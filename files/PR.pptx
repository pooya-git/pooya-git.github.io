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707" r:id="rId2"/>
    <p:sldId id="812" r:id="rId3"/>
    <p:sldId id="872" r:id="rId4"/>
    <p:sldId id="886" r:id="rId5"/>
    <p:sldId id="838" r:id="rId6"/>
    <p:sldId id="887" r:id="rId7"/>
    <p:sldId id="885" r:id="rId8"/>
    <p:sldId id="888" r:id="rId9"/>
    <p:sldId id="884" r:id="rId10"/>
    <p:sldId id="871" r:id="rId11"/>
    <p:sldId id="876" r:id="rId12"/>
    <p:sldId id="875" r:id="rId13"/>
    <p:sldId id="874" r:id="rId14"/>
    <p:sldId id="889" r:id="rId15"/>
    <p:sldId id="890" r:id="rId16"/>
    <p:sldId id="891" r:id="rId17"/>
    <p:sldId id="880" r:id="rId18"/>
    <p:sldId id="851" r:id="rId19"/>
    <p:sldId id="893" r:id="rId20"/>
    <p:sldId id="895" r:id="rId21"/>
    <p:sldId id="894" r:id="rId22"/>
    <p:sldId id="862" r:id="rId23"/>
    <p:sldId id="861" r:id="rId24"/>
    <p:sldId id="85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oya Ronagh" initials="PR" lastIdx="1" clrIdx="0">
    <p:extLst>
      <p:ext uri="{19B8F6BF-5375-455C-9EA6-DF929625EA0E}">
        <p15:presenceInfo xmlns:p15="http://schemas.microsoft.com/office/powerpoint/2012/main" userId="1e51cbf563d9a2f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0001"/>
    <a:srgbClr val="C00000"/>
    <a:srgbClr val="548336"/>
    <a:srgbClr val="B79535"/>
    <a:srgbClr val="51111C"/>
    <a:srgbClr val="26070C"/>
    <a:srgbClr val="87450E"/>
    <a:srgbClr val="876E27"/>
    <a:srgbClr val="5D4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09DDA8-D9B8-D441-8BEE-DDF3874294C7}" v="2411" dt="2026-08-26T15:33:51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85"/>
    <p:restoredTop sz="95138"/>
  </p:normalViewPr>
  <p:slideViewPr>
    <p:cSldViewPr snapToGrid="0" snapToObjects="1">
      <p:cViewPr>
        <p:scale>
          <a:sx n="129" d="100"/>
          <a:sy n="129" d="100"/>
        </p:scale>
        <p:origin x="352" y="680"/>
      </p:cViewPr>
      <p:guideLst>
        <p:guide orient="horz" pos="935"/>
        <p:guide pos="3568"/>
      </p:guideLst>
    </p:cSldViewPr>
  </p:slideViewPr>
  <p:outlineViewPr>
    <p:cViewPr>
      <p:scale>
        <a:sx n="33" d="100"/>
        <a:sy n="33" d="100"/>
      </p:scale>
      <p:origin x="0" y="-147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ya Ronagh" userId="1e51cbf563d9a2f4" providerId="LiveId" clId="{85B16871-1EB4-56B3-9759-C86511532351}"/>
    <pc:docChg chg="undo redo custSel addSld delSld modSld sldOrd modMainMaster">
      <pc:chgData name="Pooya Ronagh" userId="1e51cbf563d9a2f4" providerId="LiveId" clId="{85B16871-1EB4-56B3-9759-C86511532351}" dt="2026-08-26T15:33:51.964" v="7816"/>
      <pc:docMkLst>
        <pc:docMk/>
      </pc:docMkLst>
      <pc:sldChg chg="modSp mod">
        <pc:chgData name="Pooya Ronagh" userId="1e51cbf563d9a2f4" providerId="LiveId" clId="{85B16871-1EB4-56B3-9759-C86511532351}" dt="2026-08-26T11:20:53.490" v="6166" actId="20577"/>
        <pc:sldMkLst>
          <pc:docMk/>
          <pc:sldMk cId="4026065106" sldId="707"/>
        </pc:sldMkLst>
        <pc:spChg chg="mod">
          <ac:chgData name="Pooya Ronagh" userId="1e51cbf563d9a2f4" providerId="LiveId" clId="{85B16871-1EB4-56B3-9759-C86511532351}" dt="2026-08-26T11:20:53.490" v="6166" actId="20577"/>
          <ac:spMkLst>
            <pc:docMk/>
            <pc:sldMk cId="4026065106" sldId="707"/>
            <ac:spMk id="2" creationId="{51D6BEC7-3F37-E149-8AD5-5AAAA85EDD6C}"/>
          </ac:spMkLst>
        </pc:spChg>
        <pc:spChg chg="mod">
          <ac:chgData name="Pooya Ronagh" userId="1e51cbf563d9a2f4" providerId="LiveId" clId="{85B16871-1EB4-56B3-9759-C86511532351}" dt="2026-08-26T06:10:52.236" v="2" actId="20577"/>
          <ac:spMkLst>
            <pc:docMk/>
            <pc:sldMk cId="4026065106" sldId="707"/>
            <ac:spMk id="3" creationId="{E5EAB7FF-6D48-484A-94BC-FEF42CE54C4A}"/>
          </ac:spMkLst>
        </pc:spChg>
      </pc:sldChg>
      <pc:sldChg chg="modSp del mod">
        <pc:chgData name="Pooya Ronagh" userId="1e51cbf563d9a2f4" providerId="LiveId" clId="{85B16871-1EB4-56B3-9759-C86511532351}" dt="2026-08-26T09:46:02.430" v="2721" actId="2696"/>
        <pc:sldMkLst>
          <pc:docMk/>
          <pc:sldMk cId="1354737416" sldId="761"/>
        </pc:sldMkLst>
        <pc:spChg chg="mod">
          <ac:chgData name="Pooya Ronagh" userId="1e51cbf563d9a2f4" providerId="LiveId" clId="{85B16871-1EB4-56B3-9759-C86511532351}" dt="2026-08-26T06:18:34.800" v="237" actId="20577"/>
          <ac:spMkLst>
            <pc:docMk/>
            <pc:sldMk cId="1354737416" sldId="761"/>
            <ac:spMk id="4" creationId="{C2DECF4D-6BC2-344F-8D0E-430B78ED56D7}"/>
          </ac:spMkLst>
        </pc:spChg>
      </pc:sldChg>
      <pc:sldChg chg="modSp mod ord modAnim">
        <pc:chgData name="Pooya Ronagh" userId="1e51cbf563d9a2f4" providerId="LiveId" clId="{85B16871-1EB4-56B3-9759-C86511532351}" dt="2026-08-26T06:25:50.933" v="423" actId="20577"/>
        <pc:sldMkLst>
          <pc:docMk/>
          <pc:sldMk cId="1529410298" sldId="812"/>
        </pc:sldMkLst>
        <pc:spChg chg="mod">
          <ac:chgData name="Pooya Ronagh" userId="1e51cbf563d9a2f4" providerId="LiveId" clId="{85B16871-1EB4-56B3-9759-C86511532351}" dt="2026-08-26T06:25:50.933" v="423" actId="20577"/>
          <ac:spMkLst>
            <pc:docMk/>
            <pc:sldMk cId="1529410298" sldId="812"/>
            <ac:spMk id="2" creationId="{DB530958-4A3E-174F-AE1F-F685FB695D72}"/>
          </ac:spMkLst>
        </pc:spChg>
        <pc:spChg chg="mod">
          <ac:chgData name="Pooya Ronagh" userId="1e51cbf563d9a2f4" providerId="LiveId" clId="{85B16871-1EB4-56B3-9759-C86511532351}" dt="2026-08-26T06:19:46.580" v="277" actId="20577"/>
          <ac:spMkLst>
            <pc:docMk/>
            <pc:sldMk cId="1529410298" sldId="812"/>
            <ac:spMk id="3" creationId="{A0C6E885-9C2D-E947-9BB2-31DAC9546D7A}"/>
          </ac:spMkLst>
        </pc:spChg>
        <pc:spChg chg="mod">
          <ac:chgData name="Pooya Ronagh" userId="1e51cbf563d9a2f4" providerId="LiveId" clId="{85B16871-1EB4-56B3-9759-C86511532351}" dt="2026-08-26T06:18:42.531" v="239"/>
          <ac:spMkLst>
            <pc:docMk/>
            <pc:sldMk cId="1529410298" sldId="812"/>
            <ac:spMk id="4" creationId="{BE66E7EB-5596-7FB4-4D64-935DE3BB378B}"/>
          </ac:spMkLst>
        </pc:spChg>
      </pc:sldChg>
      <pc:sldChg chg="addSp delSp modSp mod ord delAnim modAnim">
        <pc:chgData name="Pooya Ronagh" userId="1e51cbf563d9a2f4" providerId="LiveId" clId="{85B16871-1EB4-56B3-9759-C86511532351}" dt="2026-08-26T15:12:22.041" v="7572"/>
        <pc:sldMkLst>
          <pc:docMk/>
          <pc:sldMk cId="1261253107" sldId="838"/>
        </pc:sldMkLst>
        <pc:spChg chg="mod">
          <ac:chgData name="Pooya Ronagh" userId="1e51cbf563d9a2f4" providerId="LiveId" clId="{85B16871-1EB4-56B3-9759-C86511532351}" dt="2026-08-26T07:31:25.118" v="1285" actId="20577"/>
          <ac:spMkLst>
            <pc:docMk/>
            <pc:sldMk cId="1261253107" sldId="838"/>
            <ac:spMk id="3" creationId="{A0C6E885-9C2D-E947-9BB2-31DAC9546D7A}"/>
          </ac:spMkLst>
        </pc:spChg>
        <pc:spChg chg="mod">
          <ac:chgData name="Pooya Ronagh" userId="1e51cbf563d9a2f4" providerId="LiveId" clId="{85B16871-1EB4-56B3-9759-C86511532351}" dt="2026-08-26T06:18:49.094" v="241"/>
          <ac:spMkLst>
            <pc:docMk/>
            <pc:sldMk cId="1261253107" sldId="838"/>
            <ac:spMk id="4" creationId="{F27687D2-AE3F-496F-C30D-0473A155C3D8}"/>
          </ac:spMkLst>
        </pc:spChg>
        <pc:spChg chg="add mod">
          <ac:chgData name="Pooya Ronagh" userId="1e51cbf563d9a2f4" providerId="LiveId" clId="{85B16871-1EB4-56B3-9759-C86511532351}" dt="2026-08-26T15:12:14.130" v="7570" actId="1076"/>
          <ac:spMkLst>
            <pc:docMk/>
            <pc:sldMk cId="1261253107" sldId="838"/>
            <ac:spMk id="13" creationId="{22FB1607-4749-046B-25B0-A527A6000024}"/>
          </ac:spMkLst>
        </pc:spChg>
        <pc:grpChg chg="add">
          <ac:chgData name="Pooya Ronagh" userId="1e51cbf563d9a2f4" providerId="LiveId" clId="{85B16871-1EB4-56B3-9759-C86511532351}" dt="2026-08-26T15:12:16.162" v="7571" actId="164"/>
          <ac:grpSpMkLst>
            <pc:docMk/>
            <pc:sldMk cId="1261253107" sldId="838"/>
            <ac:grpSpMk id="16" creationId="{72F0E3FD-2FAD-079A-3AFD-C55005197AED}"/>
          </ac:grpSpMkLst>
        </pc:grpChg>
        <pc:grpChg chg="del">
          <ac:chgData name="Pooya Ronagh" userId="1e51cbf563d9a2f4" providerId="LiveId" clId="{85B16871-1EB4-56B3-9759-C86511532351}" dt="2026-08-26T06:36:46.927" v="619" actId="478"/>
          <ac:grpSpMkLst>
            <pc:docMk/>
            <pc:sldMk cId="1261253107" sldId="838"/>
            <ac:grpSpMk id="37" creationId="{31EC4491-1CA8-39AE-22F6-296A160A79DD}"/>
          </ac:grpSpMkLst>
        </pc:grpChg>
        <pc:picChg chg="del">
          <ac:chgData name="Pooya Ronagh" userId="1e51cbf563d9a2f4" providerId="LiveId" clId="{85B16871-1EB4-56B3-9759-C86511532351}" dt="2026-08-26T06:37:29.097" v="656" actId="478"/>
          <ac:picMkLst>
            <pc:docMk/>
            <pc:sldMk cId="1261253107" sldId="838"/>
            <ac:picMk id="6" creationId="{F2A4D7DA-C095-C570-E036-607CB6788412}"/>
          </ac:picMkLst>
        </pc:picChg>
        <pc:picChg chg="add del mod modCrop">
          <ac:chgData name="Pooya Ronagh" userId="1e51cbf563d9a2f4" providerId="LiveId" clId="{85B16871-1EB4-56B3-9759-C86511532351}" dt="2026-08-26T07:33:01.525" v="1287" actId="21"/>
          <ac:picMkLst>
            <pc:docMk/>
            <pc:sldMk cId="1261253107" sldId="838"/>
            <ac:picMk id="7" creationId="{03002A03-2F9E-8C3B-1699-1ADEFC199CD2}"/>
          </ac:picMkLst>
        </pc:picChg>
        <pc:picChg chg="del">
          <ac:chgData name="Pooya Ronagh" userId="1e51cbf563d9a2f4" providerId="LiveId" clId="{85B16871-1EB4-56B3-9759-C86511532351}" dt="2026-08-26T07:58:55.256" v="1302" actId="478"/>
          <ac:picMkLst>
            <pc:docMk/>
            <pc:sldMk cId="1261253107" sldId="838"/>
            <ac:picMk id="8" creationId="{CC66B86C-CAFC-4B70-CB1C-124F70DC0A35}"/>
          </ac:picMkLst>
        </pc:picChg>
        <pc:picChg chg="add del mod">
          <ac:chgData name="Pooya Ronagh" userId="1e51cbf563d9a2f4" providerId="LiveId" clId="{85B16871-1EB4-56B3-9759-C86511532351}" dt="2026-08-26T07:59:37.484" v="1312" actId="478"/>
          <ac:picMkLst>
            <pc:docMk/>
            <pc:sldMk cId="1261253107" sldId="838"/>
            <ac:picMk id="9" creationId="{85D1D3FD-B6C2-0E1A-8766-83CC866780EC}"/>
          </ac:picMkLst>
        </pc:picChg>
        <pc:picChg chg="add mod">
          <ac:chgData name="Pooya Ronagh" userId="1e51cbf563d9a2f4" providerId="LiveId" clId="{85B16871-1EB4-56B3-9759-C86511532351}" dt="2026-08-26T15:12:04.221" v="7568" actId="1076"/>
          <ac:picMkLst>
            <pc:docMk/>
            <pc:sldMk cId="1261253107" sldId="838"/>
            <ac:picMk id="10" creationId="{C6D049F5-F4DA-1A60-DF2D-7C722E90587F}"/>
          </ac:picMkLst>
        </pc:picChg>
      </pc:sldChg>
      <pc:sldChg chg="delSp modSp del mod ord delAnim">
        <pc:chgData name="Pooya Ronagh" userId="1e51cbf563d9a2f4" providerId="LiveId" clId="{85B16871-1EB4-56B3-9759-C86511532351}" dt="2026-08-26T10:30:27.936" v="3610" actId="2696"/>
        <pc:sldMkLst>
          <pc:docMk/>
          <pc:sldMk cId="848799445" sldId="848"/>
        </pc:sldMkLst>
        <pc:spChg chg="mod">
          <ac:chgData name="Pooya Ronagh" userId="1e51cbf563d9a2f4" providerId="LiveId" clId="{85B16871-1EB4-56B3-9759-C86511532351}" dt="2026-08-26T10:24:54.438" v="3290" actId="21"/>
          <ac:spMkLst>
            <pc:docMk/>
            <pc:sldMk cId="848799445" sldId="848"/>
            <ac:spMk id="2" creationId="{DB530958-4A3E-174F-AE1F-F685FB695D72}"/>
          </ac:spMkLst>
        </pc:spChg>
        <pc:spChg chg="mod">
          <ac:chgData name="Pooya Ronagh" userId="1e51cbf563d9a2f4" providerId="LiveId" clId="{85B16871-1EB4-56B3-9759-C86511532351}" dt="2026-08-26T06:18:39.172" v="238"/>
          <ac:spMkLst>
            <pc:docMk/>
            <pc:sldMk cId="848799445" sldId="848"/>
            <ac:spMk id="6" creationId="{18E0E837-DC2C-D6EE-B0E9-4C497DD8E02C}"/>
          </ac:spMkLst>
        </pc:spChg>
        <pc:picChg chg="del">
          <ac:chgData name="Pooya Ronagh" userId="1e51cbf563d9a2f4" providerId="LiveId" clId="{85B16871-1EB4-56B3-9759-C86511532351}" dt="2026-08-26T10:27:19.933" v="3497" actId="21"/>
          <ac:picMkLst>
            <pc:docMk/>
            <pc:sldMk cId="848799445" sldId="848"/>
            <ac:picMk id="12" creationId="{F7668E11-9315-CFEA-8FB6-377D03F7D5D3}"/>
          </ac:picMkLst>
        </pc:picChg>
        <pc:picChg chg="del">
          <ac:chgData name="Pooya Ronagh" userId="1e51cbf563d9a2f4" providerId="LiveId" clId="{85B16871-1EB4-56B3-9759-C86511532351}" dt="2026-08-26T10:27:19.933" v="3497" actId="21"/>
          <ac:picMkLst>
            <pc:docMk/>
            <pc:sldMk cId="848799445" sldId="848"/>
            <ac:picMk id="13" creationId="{67111FDE-30C6-80DB-5277-424DCEC859F7}"/>
          </ac:picMkLst>
        </pc:picChg>
        <pc:picChg chg="del mod">
          <ac:chgData name="Pooya Ronagh" userId="1e51cbf563d9a2f4" providerId="LiveId" clId="{85B16871-1EB4-56B3-9759-C86511532351}" dt="2026-08-26T10:29:52.194" v="3601" actId="21"/>
          <ac:picMkLst>
            <pc:docMk/>
            <pc:sldMk cId="848799445" sldId="848"/>
            <ac:picMk id="15" creationId="{8BA764A1-8EA4-9E36-A1BE-E1E4964B19B7}"/>
          </ac:picMkLst>
        </pc:picChg>
      </pc:sldChg>
      <pc:sldChg chg="addSp delSp modSp mod">
        <pc:chgData name="Pooya Ronagh" userId="1e51cbf563d9a2f4" providerId="LiveId" clId="{85B16871-1EB4-56B3-9759-C86511532351}" dt="2026-08-26T11:18:10.763" v="6049" actId="1076"/>
        <pc:sldMkLst>
          <pc:docMk/>
          <pc:sldMk cId="1583947842" sldId="850"/>
        </pc:sldMkLst>
        <pc:spChg chg="mod">
          <ac:chgData name="Pooya Ronagh" userId="1e51cbf563d9a2f4" providerId="LiveId" clId="{85B16871-1EB4-56B3-9759-C86511532351}" dt="2026-08-26T11:17:41.959" v="6044" actId="20577"/>
          <ac:spMkLst>
            <pc:docMk/>
            <pc:sldMk cId="1583947842" sldId="850"/>
            <ac:spMk id="6" creationId="{0625C986-F0EF-4386-D8C5-6B760424EACD}"/>
          </ac:spMkLst>
        </pc:spChg>
        <pc:picChg chg="add del mod">
          <ac:chgData name="Pooya Ronagh" userId="1e51cbf563d9a2f4" providerId="LiveId" clId="{85B16871-1EB4-56B3-9759-C86511532351}" dt="2026-08-26T11:16:43.388" v="6018" actId="478"/>
          <ac:picMkLst>
            <pc:docMk/>
            <pc:sldMk cId="1583947842" sldId="850"/>
            <ac:picMk id="4" creationId="{88D8F7D7-FED9-BA60-8EA7-E1A5C5966C6A}"/>
          </ac:picMkLst>
        </pc:picChg>
        <pc:picChg chg="add mod">
          <ac:chgData name="Pooya Ronagh" userId="1e51cbf563d9a2f4" providerId="LiveId" clId="{85B16871-1EB4-56B3-9759-C86511532351}" dt="2026-08-26T11:18:10.763" v="6049" actId="1076"/>
          <ac:picMkLst>
            <pc:docMk/>
            <pc:sldMk cId="1583947842" sldId="850"/>
            <ac:picMk id="5" creationId="{AC793D20-2C41-2A19-293C-5DF3A620E2AC}"/>
          </ac:picMkLst>
        </pc:picChg>
        <pc:picChg chg="add del mod">
          <ac:chgData name="Pooya Ronagh" userId="1e51cbf563d9a2f4" providerId="LiveId" clId="{85B16871-1EB4-56B3-9759-C86511532351}" dt="2026-08-26T11:18:06.934" v="6048" actId="1076"/>
          <ac:picMkLst>
            <pc:docMk/>
            <pc:sldMk cId="1583947842" sldId="850"/>
            <ac:picMk id="7" creationId="{C506B53C-ECBB-E4AB-A270-A932B817E83B}"/>
          </ac:picMkLst>
        </pc:picChg>
      </pc:sldChg>
      <pc:sldChg chg="delSp modSp mod ord delAnim modAnim">
        <pc:chgData name="Pooya Ronagh" userId="1e51cbf563d9a2f4" providerId="LiveId" clId="{85B16871-1EB4-56B3-9759-C86511532351}" dt="2026-08-26T15:28:09.950" v="7656"/>
        <pc:sldMkLst>
          <pc:docMk/>
          <pc:sldMk cId="4096391015" sldId="851"/>
        </pc:sldMkLst>
        <pc:spChg chg="mod">
          <ac:chgData name="Pooya Ronagh" userId="1e51cbf563d9a2f4" providerId="LiveId" clId="{85B16871-1EB4-56B3-9759-C86511532351}" dt="2026-08-26T11:25:35.956" v="6192" actId="20577"/>
          <ac:spMkLst>
            <pc:docMk/>
            <pc:sldMk cId="4096391015" sldId="851"/>
            <ac:spMk id="2" creationId="{A76A05E5-9B62-C39B-B910-1DA6787197D8}"/>
          </ac:spMkLst>
        </pc:spChg>
        <pc:spChg chg="mod">
          <ac:chgData name="Pooya Ronagh" userId="1e51cbf563d9a2f4" providerId="LiveId" clId="{85B16871-1EB4-56B3-9759-C86511532351}" dt="2026-08-26T11:03:43.327" v="5128" actId="20577"/>
          <ac:spMkLst>
            <pc:docMk/>
            <pc:sldMk cId="4096391015" sldId="851"/>
            <ac:spMk id="3" creationId="{722E4D2B-2D80-8102-F401-BE9627AB699F}"/>
          </ac:spMkLst>
        </pc:spChg>
        <pc:spChg chg="mod">
          <ac:chgData name="Pooya Ronagh" userId="1e51cbf563d9a2f4" providerId="LiveId" clId="{85B16871-1EB4-56B3-9759-C86511532351}" dt="2026-08-26T06:18:45.938" v="240"/>
          <ac:spMkLst>
            <pc:docMk/>
            <pc:sldMk cId="4096391015" sldId="851"/>
            <ac:spMk id="7" creationId="{A78786BC-524C-8DEC-B149-50001CFD29C3}"/>
          </ac:spMkLst>
        </pc:spChg>
        <pc:spChg chg="del">
          <ac:chgData name="Pooya Ronagh" userId="1e51cbf563d9a2f4" providerId="LiveId" clId="{85B16871-1EB4-56B3-9759-C86511532351}" dt="2026-08-26T10:51:00.482" v="4458" actId="478"/>
          <ac:spMkLst>
            <pc:docMk/>
            <pc:sldMk cId="4096391015" sldId="851"/>
            <ac:spMk id="9" creationId="{E694E129-0AF6-9EEC-AF20-D14900DE585F}"/>
          </ac:spMkLst>
        </pc:spChg>
        <pc:picChg chg="del">
          <ac:chgData name="Pooya Ronagh" userId="1e51cbf563d9a2f4" providerId="LiveId" clId="{85B16871-1EB4-56B3-9759-C86511532351}" dt="2026-08-26T10:46:06.089" v="4116" actId="478"/>
          <ac:picMkLst>
            <pc:docMk/>
            <pc:sldMk cId="4096391015" sldId="851"/>
            <ac:picMk id="4" creationId="{AB50AF50-C63D-C753-D819-30F32B3F208E}"/>
          </ac:picMkLst>
        </pc:picChg>
      </pc:sldChg>
      <pc:sldChg chg="modSp mod">
        <pc:chgData name="Pooya Ronagh" userId="1e51cbf563d9a2f4" providerId="LiveId" clId="{85B16871-1EB4-56B3-9759-C86511532351}" dt="2026-08-26T11:20:02.099" v="6159" actId="404"/>
        <pc:sldMkLst>
          <pc:docMk/>
          <pc:sldMk cId="3277756910" sldId="861"/>
        </pc:sldMkLst>
        <pc:spChg chg="mod">
          <ac:chgData name="Pooya Ronagh" userId="1e51cbf563d9a2f4" providerId="LiveId" clId="{85B16871-1EB4-56B3-9759-C86511532351}" dt="2026-08-26T11:20:02.099" v="6159" actId="404"/>
          <ac:spMkLst>
            <pc:docMk/>
            <pc:sldMk cId="3277756910" sldId="861"/>
            <ac:spMk id="2" creationId="{263F336B-BA8E-6241-9682-E0F79AD225D4}"/>
          </ac:spMkLst>
        </pc:spChg>
        <pc:spChg chg="mod">
          <ac:chgData name="Pooya Ronagh" userId="1e51cbf563d9a2f4" providerId="LiveId" clId="{85B16871-1EB4-56B3-9759-C86511532351}" dt="2026-08-26T06:19:20.556" v="251"/>
          <ac:spMkLst>
            <pc:docMk/>
            <pc:sldMk cId="3277756910" sldId="861"/>
            <ac:spMk id="4" creationId="{F8350A62-4948-64D0-2AF5-6A0FDDCA7E0D}"/>
          </ac:spMkLst>
        </pc:spChg>
      </pc:sldChg>
      <pc:sldChg chg="modSp mod">
        <pc:chgData name="Pooya Ronagh" userId="1e51cbf563d9a2f4" providerId="LiveId" clId="{85B16871-1EB4-56B3-9759-C86511532351}" dt="2026-08-26T11:18:58.758" v="6062" actId="20577"/>
        <pc:sldMkLst>
          <pc:docMk/>
          <pc:sldMk cId="3855757668" sldId="862"/>
        </pc:sldMkLst>
        <pc:spChg chg="mod">
          <ac:chgData name="Pooya Ronagh" userId="1e51cbf563d9a2f4" providerId="LiveId" clId="{85B16871-1EB4-56B3-9759-C86511532351}" dt="2026-08-26T11:18:58.758" v="6062" actId="20577"/>
          <ac:spMkLst>
            <pc:docMk/>
            <pc:sldMk cId="3855757668" sldId="862"/>
            <ac:spMk id="3" creationId="{BD4522A0-522E-7FAD-1E09-4F4F545A2A52}"/>
          </ac:spMkLst>
        </pc:spChg>
        <pc:spChg chg="mod">
          <ac:chgData name="Pooya Ronagh" userId="1e51cbf563d9a2f4" providerId="LiveId" clId="{85B16871-1EB4-56B3-9759-C86511532351}" dt="2026-08-26T06:19:17.494" v="250"/>
          <ac:spMkLst>
            <pc:docMk/>
            <pc:sldMk cId="3855757668" sldId="862"/>
            <ac:spMk id="4" creationId="{79A35C85-E6F1-C06D-2C58-3A33C2147348}"/>
          </ac:spMkLst>
        </pc:spChg>
      </pc:sldChg>
      <pc:sldChg chg="modSp del">
        <pc:chgData name="Pooya Ronagh" userId="1e51cbf563d9a2f4" providerId="LiveId" clId="{85B16871-1EB4-56B3-9759-C86511532351}" dt="2026-08-26T09:59:00.920" v="2872" actId="2696"/>
        <pc:sldMkLst>
          <pc:docMk/>
          <pc:sldMk cId="2046216364" sldId="863"/>
        </pc:sldMkLst>
        <pc:spChg chg="mod">
          <ac:chgData name="Pooya Ronagh" userId="1e51cbf563d9a2f4" providerId="LiveId" clId="{85B16871-1EB4-56B3-9759-C86511532351}" dt="2026-08-26T06:19:14.425" v="249"/>
          <ac:spMkLst>
            <pc:docMk/>
            <pc:sldMk cId="2046216364" sldId="863"/>
            <ac:spMk id="4" creationId="{C70E7ADE-4427-83D3-3D78-C4D1BCBC7323}"/>
          </ac:spMkLst>
        </pc:spChg>
      </pc:sldChg>
      <pc:sldChg chg="addSp delSp modSp mod ord modAnim">
        <pc:chgData name="Pooya Ronagh" userId="1e51cbf563d9a2f4" providerId="LiveId" clId="{85B16871-1EB4-56B3-9759-C86511532351}" dt="2026-08-26T15:21:30.794" v="7621" actId="20577"/>
        <pc:sldMkLst>
          <pc:docMk/>
          <pc:sldMk cId="3396372047" sldId="871"/>
        </pc:sldMkLst>
        <pc:spChg chg="mod">
          <ac:chgData name="Pooya Ronagh" userId="1e51cbf563d9a2f4" providerId="LiveId" clId="{85B16871-1EB4-56B3-9759-C86511532351}" dt="2026-08-26T09:40:41.012" v="2547" actId="404"/>
          <ac:spMkLst>
            <pc:docMk/>
            <pc:sldMk cId="3396372047" sldId="871"/>
            <ac:spMk id="2" creationId="{3924D447-86F2-8A1B-C6E3-65472369D713}"/>
          </ac:spMkLst>
        </pc:spChg>
        <pc:spChg chg="mod">
          <ac:chgData name="Pooya Ronagh" userId="1e51cbf563d9a2f4" providerId="LiveId" clId="{85B16871-1EB4-56B3-9759-C86511532351}" dt="2026-08-26T15:21:30.794" v="7621" actId="20577"/>
          <ac:spMkLst>
            <pc:docMk/>
            <pc:sldMk cId="3396372047" sldId="871"/>
            <ac:spMk id="3" creationId="{CEABC53B-BFCD-355B-2577-620E2A89B713}"/>
          </ac:spMkLst>
        </pc:spChg>
        <pc:spChg chg="mod">
          <ac:chgData name="Pooya Ronagh" userId="1e51cbf563d9a2f4" providerId="LiveId" clId="{85B16871-1EB4-56B3-9759-C86511532351}" dt="2026-08-26T06:18:52.612" v="242"/>
          <ac:spMkLst>
            <pc:docMk/>
            <pc:sldMk cId="3396372047" sldId="871"/>
            <ac:spMk id="4" creationId="{579CEE49-02C7-9AD4-C2BD-6965986FC767}"/>
          </ac:spMkLst>
        </pc:spChg>
        <pc:spChg chg="add mod">
          <ac:chgData name="Pooya Ronagh" userId="1e51cbf563d9a2f4" providerId="LiveId" clId="{85B16871-1EB4-56B3-9759-C86511532351}" dt="2026-08-26T09:28:22.066" v="2253" actId="1076"/>
          <ac:spMkLst>
            <pc:docMk/>
            <pc:sldMk cId="3396372047" sldId="871"/>
            <ac:spMk id="13" creationId="{8F4A748B-50B7-537D-D349-315B34E7E694}"/>
          </ac:spMkLst>
        </pc:spChg>
        <pc:grpChg chg="add">
          <ac:chgData name="Pooya Ronagh" userId="1e51cbf563d9a2f4" providerId="LiveId" clId="{85B16871-1EB4-56B3-9759-C86511532351}" dt="2026-08-26T15:20:01.997" v="7611" actId="164"/>
          <ac:grpSpMkLst>
            <pc:docMk/>
            <pc:sldMk cId="3396372047" sldId="871"/>
            <ac:grpSpMk id="18" creationId="{6C65DEC5-E1CC-5A93-ACB4-99A541300834}"/>
          </ac:grpSpMkLst>
        </pc:grpChg>
        <pc:grpChg chg="add">
          <ac:chgData name="Pooya Ronagh" userId="1e51cbf563d9a2f4" providerId="LiveId" clId="{85B16871-1EB4-56B3-9759-C86511532351}" dt="2026-08-26T15:20:10.944" v="7614" actId="164"/>
          <ac:grpSpMkLst>
            <pc:docMk/>
            <pc:sldMk cId="3396372047" sldId="871"/>
            <ac:grpSpMk id="19" creationId="{F964C7AB-348E-CCE7-57BA-1ECB1EC0FBA2}"/>
          </ac:grpSpMkLst>
        </pc:grpChg>
        <pc:picChg chg="del">
          <ac:chgData name="Pooya Ronagh" userId="1e51cbf563d9a2f4" providerId="LiveId" clId="{85B16871-1EB4-56B3-9759-C86511532351}" dt="2026-08-26T08:55:59.022" v="2229" actId="478"/>
          <ac:picMkLst>
            <pc:docMk/>
            <pc:sldMk cId="3396372047" sldId="871"/>
            <ac:picMk id="6" creationId="{07F4115D-DFB8-90BE-96E5-6C2B72F6A6E2}"/>
          </ac:picMkLst>
        </pc:picChg>
        <pc:picChg chg="add mod">
          <ac:chgData name="Pooya Ronagh" userId="1e51cbf563d9a2f4" providerId="LiveId" clId="{85B16871-1EB4-56B3-9759-C86511532351}" dt="2026-08-26T09:39:57.954" v="2496" actId="14100"/>
          <ac:picMkLst>
            <pc:docMk/>
            <pc:sldMk cId="3396372047" sldId="871"/>
            <ac:picMk id="7" creationId="{20BCF9D3-9ABD-7959-A38E-2BBC90E36D88}"/>
          </ac:picMkLst>
        </pc:picChg>
        <pc:picChg chg="del">
          <ac:chgData name="Pooya Ronagh" userId="1e51cbf563d9a2f4" providerId="LiveId" clId="{85B16871-1EB4-56B3-9759-C86511532351}" dt="2026-08-26T09:23:31.436" v="2238" actId="478"/>
          <ac:picMkLst>
            <pc:docMk/>
            <pc:sldMk cId="3396372047" sldId="871"/>
            <ac:picMk id="8" creationId="{3842A579-FAAD-5B38-8D25-B1AC2A01293D}"/>
          </ac:picMkLst>
        </pc:picChg>
        <pc:picChg chg="del">
          <ac:chgData name="Pooya Ronagh" userId="1e51cbf563d9a2f4" providerId="LiveId" clId="{85B16871-1EB4-56B3-9759-C86511532351}" dt="2026-08-26T09:23:31.436" v="2238" actId="478"/>
          <ac:picMkLst>
            <pc:docMk/>
            <pc:sldMk cId="3396372047" sldId="871"/>
            <ac:picMk id="9" creationId="{569BC183-0271-3C08-5D6B-AC971FADC998}"/>
          </ac:picMkLst>
        </pc:picChg>
        <pc:picChg chg="add mod">
          <ac:chgData name="Pooya Ronagh" userId="1e51cbf563d9a2f4" providerId="LiveId" clId="{85B16871-1EB4-56B3-9759-C86511532351}" dt="2026-08-26T09:40:07.096" v="2506" actId="1035"/>
          <ac:picMkLst>
            <pc:docMk/>
            <pc:sldMk cId="3396372047" sldId="871"/>
            <ac:picMk id="12" creationId="{81E30D95-16EE-78E3-93C4-AAAD8AED0CEB}"/>
          </ac:picMkLst>
        </pc:picChg>
        <pc:picChg chg="add mod">
          <ac:chgData name="Pooya Ronagh" userId="1e51cbf563d9a2f4" providerId="LiveId" clId="{85B16871-1EB4-56B3-9759-C86511532351}" dt="2026-08-26T09:40:28.762" v="2527" actId="1036"/>
          <ac:picMkLst>
            <pc:docMk/>
            <pc:sldMk cId="3396372047" sldId="871"/>
            <ac:picMk id="14" creationId="{D8554731-24F1-AAEE-AD97-C33CB6E5E57B}"/>
          </ac:picMkLst>
        </pc:picChg>
        <pc:picChg chg="add mod">
          <ac:chgData name="Pooya Ronagh" userId="1e51cbf563d9a2f4" providerId="LiveId" clId="{85B16871-1EB4-56B3-9759-C86511532351}" dt="2026-08-26T09:40:28.762" v="2527" actId="1036"/>
          <ac:picMkLst>
            <pc:docMk/>
            <pc:sldMk cId="3396372047" sldId="871"/>
            <ac:picMk id="15" creationId="{8C292305-CF17-021B-22F7-D40D568AD3FF}"/>
          </ac:picMkLst>
        </pc:picChg>
        <pc:picChg chg="add mod">
          <ac:chgData name="Pooya Ronagh" userId="1e51cbf563d9a2f4" providerId="LiveId" clId="{85B16871-1EB4-56B3-9759-C86511532351}" dt="2026-08-26T09:40:45.169" v="2552" actId="1036"/>
          <ac:picMkLst>
            <pc:docMk/>
            <pc:sldMk cId="3396372047" sldId="871"/>
            <ac:picMk id="16" creationId="{52BF46AE-519C-F3A8-E5CF-004B7F432EC4}"/>
          </ac:picMkLst>
        </pc:picChg>
        <pc:picChg chg="add mod">
          <ac:chgData name="Pooya Ronagh" userId="1e51cbf563d9a2f4" providerId="LiveId" clId="{85B16871-1EB4-56B3-9759-C86511532351}" dt="2026-08-26T09:40:45.169" v="2552" actId="1036"/>
          <ac:picMkLst>
            <pc:docMk/>
            <pc:sldMk cId="3396372047" sldId="871"/>
            <ac:picMk id="17" creationId="{37D6F88F-B17E-9229-63CA-65FDEEBF5847}"/>
          </ac:picMkLst>
        </pc:picChg>
        <pc:cxnChg chg="del">
          <ac:chgData name="Pooya Ronagh" userId="1e51cbf563d9a2f4" providerId="LiveId" clId="{85B16871-1EB4-56B3-9759-C86511532351}" dt="2026-08-26T09:23:35.877" v="2240" actId="478"/>
          <ac:cxnSpMkLst>
            <pc:docMk/>
            <pc:sldMk cId="3396372047" sldId="871"/>
            <ac:cxnSpMk id="10" creationId="{D3B28FA5-A2E7-FE62-00D8-0E8FCA669452}"/>
          </ac:cxnSpMkLst>
        </pc:cxnChg>
        <pc:cxnChg chg="del mod">
          <ac:chgData name="Pooya Ronagh" userId="1e51cbf563d9a2f4" providerId="LiveId" clId="{85B16871-1EB4-56B3-9759-C86511532351}" dt="2026-08-26T09:23:34.083" v="2239" actId="478"/>
          <ac:cxnSpMkLst>
            <pc:docMk/>
            <pc:sldMk cId="3396372047" sldId="871"/>
            <ac:cxnSpMk id="11" creationId="{18FE9013-56AF-C2CF-152B-4B0509451408}"/>
          </ac:cxnSpMkLst>
        </pc:cxnChg>
      </pc:sldChg>
      <pc:sldChg chg="addSp delSp modSp mod ord delAnim modAnim">
        <pc:chgData name="Pooya Ronagh" userId="1e51cbf563d9a2f4" providerId="LiveId" clId="{85B16871-1EB4-56B3-9759-C86511532351}" dt="2026-08-26T15:09:06.259" v="7515"/>
        <pc:sldMkLst>
          <pc:docMk/>
          <pc:sldMk cId="2662333147" sldId="872"/>
        </pc:sldMkLst>
        <pc:spChg chg="mod">
          <ac:chgData name="Pooya Ronagh" userId="1e51cbf563d9a2f4" providerId="LiveId" clId="{85B16871-1EB4-56B3-9759-C86511532351}" dt="2026-08-26T10:12:52.825" v="3212" actId="403"/>
          <ac:spMkLst>
            <pc:docMk/>
            <pc:sldMk cId="2662333147" sldId="872"/>
            <ac:spMk id="2" creationId="{F311E840-61D5-B754-B831-2A30101419DA}"/>
          </ac:spMkLst>
        </pc:spChg>
        <pc:spChg chg="mod">
          <ac:chgData name="Pooya Ronagh" userId="1e51cbf563d9a2f4" providerId="LiveId" clId="{85B16871-1EB4-56B3-9759-C86511532351}" dt="2026-08-26T06:44:36.065" v="714" actId="20577"/>
          <ac:spMkLst>
            <pc:docMk/>
            <pc:sldMk cId="2662333147" sldId="872"/>
            <ac:spMk id="3" creationId="{CFD41B3E-0C33-1A21-1DAB-C0F4B13D7684}"/>
          </ac:spMkLst>
        </pc:spChg>
        <pc:spChg chg="mod">
          <ac:chgData name="Pooya Ronagh" userId="1e51cbf563d9a2f4" providerId="LiveId" clId="{85B16871-1EB4-56B3-9759-C86511532351}" dt="2026-08-26T06:18:55.904" v="243"/>
          <ac:spMkLst>
            <pc:docMk/>
            <pc:sldMk cId="2662333147" sldId="872"/>
            <ac:spMk id="4" creationId="{7CC3C8E2-B8FB-5CD6-CCB9-2883D9EBF81C}"/>
          </ac:spMkLst>
        </pc:spChg>
        <pc:spChg chg="mod">
          <ac:chgData name="Pooya Ronagh" userId="1e51cbf563d9a2f4" providerId="LiveId" clId="{85B16871-1EB4-56B3-9759-C86511532351}" dt="2026-08-26T07:24:11.877" v="1112" actId="1076"/>
          <ac:spMkLst>
            <pc:docMk/>
            <pc:sldMk cId="2662333147" sldId="872"/>
            <ac:spMk id="13" creationId="{33B1CD57-5DC6-2283-FE2E-F4F9C067E273}"/>
          </ac:spMkLst>
        </pc:spChg>
        <pc:grpChg chg="mod">
          <ac:chgData name="Pooya Ronagh" userId="1e51cbf563d9a2f4" providerId="LiveId" clId="{85B16871-1EB4-56B3-9759-C86511532351}" dt="2026-08-26T10:13:03.232" v="3223" actId="1036"/>
          <ac:grpSpMkLst>
            <pc:docMk/>
            <pc:sldMk cId="2662333147" sldId="872"/>
            <ac:grpSpMk id="14" creationId="{67858072-C4A5-2011-60B0-871D649CE76A}"/>
          </ac:grpSpMkLst>
        </pc:grpChg>
        <pc:picChg chg="add del mod">
          <ac:chgData name="Pooya Ronagh" userId="1e51cbf563d9a2f4" providerId="LiveId" clId="{85B16871-1EB4-56B3-9759-C86511532351}" dt="2026-08-26T07:01:45.185" v="819" actId="478"/>
          <ac:picMkLst>
            <pc:docMk/>
            <pc:sldMk cId="2662333147" sldId="872"/>
            <ac:picMk id="6" creationId="{AE54DCEE-7A98-6931-FEA6-4D1403EF6C90}"/>
          </ac:picMkLst>
        </pc:picChg>
        <pc:picChg chg="del">
          <ac:chgData name="Pooya Ronagh" userId="1e51cbf563d9a2f4" providerId="LiveId" clId="{85B16871-1EB4-56B3-9759-C86511532351}" dt="2026-08-26T10:12:11.017" v="3191" actId="478"/>
          <ac:picMkLst>
            <pc:docMk/>
            <pc:sldMk cId="2662333147" sldId="872"/>
            <ac:picMk id="7" creationId="{4371B5BF-2773-81F9-0F20-A8047DCE3495}"/>
          </ac:picMkLst>
        </pc:picChg>
        <pc:picChg chg="mod">
          <ac:chgData name="Pooya Ronagh" userId="1e51cbf563d9a2f4" providerId="LiveId" clId="{85B16871-1EB4-56B3-9759-C86511532351}" dt="2026-08-26T07:24:04.191" v="1110" actId="1076"/>
          <ac:picMkLst>
            <pc:docMk/>
            <pc:sldMk cId="2662333147" sldId="872"/>
            <ac:picMk id="9" creationId="{8F2A1430-92E1-DD32-00BE-D2E6A9DEA42E}"/>
          </ac:picMkLst>
        </pc:picChg>
        <pc:picChg chg="del">
          <ac:chgData name="Pooya Ronagh" userId="1e51cbf563d9a2f4" providerId="LiveId" clId="{85B16871-1EB4-56B3-9759-C86511532351}" dt="2026-08-26T07:20:28.532" v="896" actId="478"/>
          <ac:picMkLst>
            <pc:docMk/>
            <pc:sldMk cId="2662333147" sldId="872"/>
            <ac:picMk id="10" creationId="{34010EFC-2CC8-575D-81DA-C8C13C29A978}"/>
          </ac:picMkLst>
        </pc:picChg>
        <pc:picChg chg="del">
          <ac:chgData name="Pooya Ronagh" userId="1e51cbf563d9a2f4" providerId="LiveId" clId="{85B16871-1EB4-56B3-9759-C86511532351}" dt="2026-08-26T07:20:28.532" v="896" actId="478"/>
          <ac:picMkLst>
            <pc:docMk/>
            <pc:sldMk cId="2662333147" sldId="872"/>
            <ac:picMk id="11" creationId="{5AFDABA3-79ED-0381-648D-2CC41DF8E148}"/>
          </ac:picMkLst>
        </pc:picChg>
        <pc:picChg chg="add del mod">
          <ac:chgData name="Pooya Ronagh" userId="1e51cbf563d9a2f4" providerId="LiveId" clId="{85B16871-1EB4-56B3-9759-C86511532351}" dt="2026-08-26T07:10:19.123" v="831" actId="478"/>
          <ac:picMkLst>
            <pc:docMk/>
            <pc:sldMk cId="2662333147" sldId="872"/>
            <ac:picMk id="12" creationId="{129EEC40-CE56-0EA4-76D3-8509E4A3F428}"/>
          </ac:picMkLst>
        </pc:picChg>
        <pc:picChg chg="add del mod">
          <ac:chgData name="Pooya Ronagh" userId="1e51cbf563d9a2f4" providerId="LiveId" clId="{85B16871-1EB4-56B3-9759-C86511532351}" dt="2026-08-26T07:17:23.811" v="842" actId="478"/>
          <ac:picMkLst>
            <pc:docMk/>
            <pc:sldMk cId="2662333147" sldId="872"/>
            <ac:picMk id="15" creationId="{FA3F904A-48E9-6933-BD23-9AC85AC920C6}"/>
          </ac:picMkLst>
        </pc:picChg>
        <pc:picChg chg="add mod modCrop">
          <ac:chgData name="Pooya Ronagh" userId="1e51cbf563d9a2f4" providerId="LiveId" clId="{85B16871-1EB4-56B3-9759-C86511532351}" dt="2026-08-26T10:13:17.216" v="3224" actId="1076"/>
          <ac:picMkLst>
            <pc:docMk/>
            <pc:sldMk cId="2662333147" sldId="872"/>
            <ac:picMk id="16" creationId="{D8AC2821-4B49-5783-11E1-FB37722E7DB1}"/>
          </ac:picMkLst>
        </pc:picChg>
        <pc:picChg chg="add mod">
          <ac:chgData name="Pooya Ronagh" userId="1e51cbf563d9a2f4" providerId="LiveId" clId="{85B16871-1EB4-56B3-9759-C86511532351}" dt="2026-08-26T10:12:11.459" v="3192"/>
          <ac:picMkLst>
            <pc:docMk/>
            <pc:sldMk cId="2662333147" sldId="872"/>
            <ac:picMk id="17" creationId="{4922A932-F567-F4A8-138F-7F83401D2DB8}"/>
          </ac:picMkLst>
        </pc:picChg>
      </pc:sldChg>
      <pc:sldChg chg="addSp delSp modSp mod ord">
        <pc:chgData name="Pooya Ronagh" userId="1e51cbf563d9a2f4" providerId="LiveId" clId="{85B16871-1EB4-56B3-9759-C86511532351}" dt="2026-08-26T09:51:44.277" v="2755" actId="1076"/>
        <pc:sldMkLst>
          <pc:docMk/>
          <pc:sldMk cId="160899030" sldId="874"/>
        </pc:sldMkLst>
        <pc:spChg chg="mod">
          <ac:chgData name="Pooya Ronagh" userId="1e51cbf563d9a2f4" providerId="LiveId" clId="{85B16871-1EB4-56B3-9759-C86511532351}" dt="2026-08-26T06:19:02.334" v="245"/>
          <ac:spMkLst>
            <pc:docMk/>
            <pc:sldMk cId="160899030" sldId="874"/>
            <ac:spMk id="4" creationId="{0BAEEE73-8A2E-D7FB-A54D-130C1691C660}"/>
          </ac:spMkLst>
        </pc:spChg>
        <pc:picChg chg="add mod">
          <ac:chgData name="Pooya Ronagh" userId="1e51cbf563d9a2f4" providerId="LiveId" clId="{85B16871-1EB4-56B3-9759-C86511532351}" dt="2026-08-26T09:51:44.277" v="2755" actId="1076"/>
          <ac:picMkLst>
            <pc:docMk/>
            <pc:sldMk cId="160899030" sldId="874"/>
            <ac:picMk id="2" creationId="{86432557-AEED-CE9A-82A0-9A045E421B77}"/>
          </ac:picMkLst>
        </pc:picChg>
        <pc:picChg chg="del">
          <ac:chgData name="Pooya Ronagh" userId="1e51cbf563d9a2f4" providerId="LiveId" clId="{85B16871-1EB4-56B3-9759-C86511532351}" dt="2026-08-26T09:51:15.480" v="2747" actId="478"/>
          <ac:picMkLst>
            <pc:docMk/>
            <pc:sldMk cId="160899030" sldId="874"/>
            <ac:picMk id="8" creationId="{D195182A-91AB-D60D-2160-F3972A903265}"/>
          </ac:picMkLst>
        </pc:picChg>
      </pc:sldChg>
      <pc:sldChg chg="modSp mod ord">
        <pc:chgData name="Pooya Ronagh" userId="1e51cbf563d9a2f4" providerId="LiveId" clId="{85B16871-1EB4-56B3-9759-C86511532351}" dt="2026-08-26T15:23:07.064" v="7632" actId="14100"/>
        <pc:sldMkLst>
          <pc:docMk/>
          <pc:sldMk cId="1781205003" sldId="875"/>
        </pc:sldMkLst>
        <pc:spChg chg="mod">
          <ac:chgData name="Pooya Ronagh" userId="1e51cbf563d9a2f4" providerId="LiveId" clId="{85B16871-1EB4-56B3-9759-C86511532351}" dt="2026-08-26T06:18:59.201" v="244"/>
          <ac:spMkLst>
            <pc:docMk/>
            <pc:sldMk cId="1781205003" sldId="875"/>
            <ac:spMk id="4" creationId="{10BBDFC7-7236-470C-0570-53F37DB18239}"/>
          </ac:spMkLst>
        </pc:spChg>
        <pc:spChg chg="mod">
          <ac:chgData name="Pooya Ronagh" userId="1e51cbf563d9a2f4" providerId="LiveId" clId="{85B16871-1EB4-56B3-9759-C86511532351}" dt="2026-08-26T09:50:28.300" v="2746" actId="20577"/>
          <ac:spMkLst>
            <pc:docMk/>
            <pc:sldMk cId="1781205003" sldId="875"/>
            <ac:spMk id="11" creationId="{A84F8F2A-8526-60F8-9EBA-6121410B3694}"/>
          </ac:spMkLst>
        </pc:spChg>
        <pc:picChg chg="mod">
          <ac:chgData name="Pooya Ronagh" userId="1e51cbf563d9a2f4" providerId="LiveId" clId="{85B16871-1EB4-56B3-9759-C86511532351}" dt="2026-08-26T15:23:07.064" v="7632" actId="14100"/>
          <ac:picMkLst>
            <pc:docMk/>
            <pc:sldMk cId="1781205003" sldId="875"/>
            <ac:picMk id="8" creationId="{CC5DB969-A3CF-107C-C712-FB693974AD1C}"/>
          </ac:picMkLst>
        </pc:picChg>
        <pc:picChg chg="mod">
          <ac:chgData name="Pooya Ronagh" userId="1e51cbf563d9a2f4" providerId="LiveId" clId="{85B16871-1EB4-56B3-9759-C86511532351}" dt="2026-08-26T09:49:45.435" v="2733" actId="1076"/>
          <ac:picMkLst>
            <pc:docMk/>
            <pc:sldMk cId="1781205003" sldId="875"/>
            <ac:picMk id="10" creationId="{CC3A6611-D168-6896-E016-52460CA25461}"/>
          </ac:picMkLst>
        </pc:picChg>
      </pc:sldChg>
      <pc:sldChg chg="addSp delSp modSp mod ord delAnim modAnim">
        <pc:chgData name="Pooya Ronagh" userId="1e51cbf563d9a2f4" providerId="LiveId" clId="{85B16871-1EB4-56B3-9759-C86511532351}" dt="2026-08-26T15:22:49.399" v="7631" actId="20577"/>
        <pc:sldMkLst>
          <pc:docMk/>
          <pc:sldMk cId="13707774" sldId="876"/>
        </pc:sldMkLst>
        <pc:spChg chg="mod">
          <ac:chgData name="Pooya Ronagh" userId="1e51cbf563d9a2f4" providerId="LiveId" clId="{85B16871-1EB4-56B3-9759-C86511532351}" dt="2026-08-26T15:22:49.399" v="7631" actId="20577"/>
          <ac:spMkLst>
            <pc:docMk/>
            <pc:sldMk cId="13707774" sldId="876"/>
            <ac:spMk id="2" creationId="{939E4CF1-5C93-F116-7D45-AE0F9838C45A}"/>
          </ac:spMkLst>
        </pc:spChg>
        <pc:spChg chg="mod">
          <ac:chgData name="Pooya Ronagh" userId="1e51cbf563d9a2f4" providerId="LiveId" clId="{85B16871-1EB4-56B3-9759-C86511532351}" dt="2026-08-26T09:41:57.937" v="2591" actId="20577"/>
          <ac:spMkLst>
            <pc:docMk/>
            <pc:sldMk cId="13707774" sldId="876"/>
            <ac:spMk id="3" creationId="{224AB225-3685-BA88-A750-EBA45FA31092}"/>
          </ac:spMkLst>
        </pc:spChg>
        <pc:spChg chg="mod">
          <ac:chgData name="Pooya Ronagh" userId="1e51cbf563d9a2f4" providerId="LiveId" clId="{85B16871-1EB4-56B3-9759-C86511532351}" dt="2026-08-26T06:19:05.252" v="246"/>
          <ac:spMkLst>
            <pc:docMk/>
            <pc:sldMk cId="13707774" sldId="876"/>
            <ac:spMk id="4" creationId="{4B18F825-2980-FC06-C1CD-48289FDCC7F8}"/>
          </ac:spMkLst>
        </pc:spChg>
        <pc:picChg chg="del">
          <ac:chgData name="Pooya Ronagh" userId="1e51cbf563d9a2f4" providerId="LiveId" clId="{85B16871-1EB4-56B3-9759-C86511532351}" dt="2026-08-26T09:43:38.089" v="2704" actId="478"/>
          <ac:picMkLst>
            <pc:docMk/>
            <pc:sldMk cId="13707774" sldId="876"/>
            <ac:picMk id="6" creationId="{7D4D15D6-50B4-2D1C-E640-B3D4CE37AC8C}"/>
          </ac:picMkLst>
        </pc:picChg>
        <pc:picChg chg="mod">
          <ac:chgData name="Pooya Ronagh" userId="1e51cbf563d9a2f4" providerId="LiveId" clId="{85B16871-1EB4-56B3-9759-C86511532351}" dt="2026-08-26T09:55:41.542" v="2787" actId="1036"/>
          <ac:picMkLst>
            <pc:docMk/>
            <pc:sldMk cId="13707774" sldId="876"/>
            <ac:picMk id="7" creationId="{793A21EE-7B2E-F8BF-A12A-5BDCDCF6F60E}"/>
          </ac:picMkLst>
        </pc:picChg>
        <pc:picChg chg="del">
          <ac:chgData name="Pooya Ronagh" userId="1e51cbf563d9a2f4" providerId="LiveId" clId="{85B16871-1EB4-56B3-9759-C86511532351}" dt="2026-08-26T09:44:08.066" v="2707" actId="478"/>
          <ac:picMkLst>
            <pc:docMk/>
            <pc:sldMk cId="13707774" sldId="876"/>
            <ac:picMk id="8" creationId="{31136FD7-00AA-2657-93E7-483C02DA60FE}"/>
          </ac:picMkLst>
        </pc:picChg>
        <pc:picChg chg="add mod">
          <ac:chgData name="Pooya Ronagh" userId="1e51cbf563d9a2f4" providerId="LiveId" clId="{85B16871-1EB4-56B3-9759-C86511532351}" dt="2026-08-26T10:11:07.949" v="3189" actId="1036"/>
          <ac:picMkLst>
            <pc:docMk/>
            <pc:sldMk cId="13707774" sldId="876"/>
            <ac:picMk id="9" creationId="{89111CC2-ADF9-987A-C742-687C9819E386}"/>
          </ac:picMkLst>
        </pc:picChg>
        <pc:picChg chg="add mod">
          <ac:chgData name="Pooya Ronagh" userId="1e51cbf563d9a2f4" providerId="LiveId" clId="{85B16871-1EB4-56B3-9759-C86511532351}" dt="2026-08-26T09:55:41.542" v="2787" actId="1036"/>
          <ac:picMkLst>
            <pc:docMk/>
            <pc:sldMk cId="13707774" sldId="876"/>
            <ac:picMk id="10" creationId="{A7021272-B829-6319-F0E8-4A93C9D4A881}"/>
          </ac:picMkLst>
        </pc:picChg>
        <pc:picChg chg="del">
          <ac:chgData name="Pooya Ronagh" userId="1e51cbf563d9a2f4" providerId="LiveId" clId="{85B16871-1EB4-56B3-9759-C86511532351}" dt="2026-08-26T09:42:09.100" v="2592" actId="478"/>
          <ac:picMkLst>
            <pc:docMk/>
            <pc:sldMk cId="13707774" sldId="876"/>
            <ac:picMk id="12" creationId="{F8AB4A70-A250-6961-EEF3-1758F0274370}"/>
          </ac:picMkLst>
        </pc:picChg>
      </pc:sldChg>
      <pc:sldChg chg="addSp delSp modSp del mod delAnim modAnim">
        <pc:chgData name="Pooya Ronagh" userId="1e51cbf563d9a2f4" providerId="LiveId" clId="{85B16871-1EB4-56B3-9759-C86511532351}" dt="2026-08-26T10:11:51.227" v="3190" actId="2696"/>
        <pc:sldMkLst>
          <pc:docMk/>
          <pc:sldMk cId="639127479" sldId="877"/>
        </pc:sldMkLst>
        <pc:spChg chg="mod">
          <ac:chgData name="Pooya Ronagh" userId="1e51cbf563d9a2f4" providerId="LiveId" clId="{85B16871-1EB4-56B3-9759-C86511532351}" dt="2026-08-26T10:08:23.422" v="3157" actId="404"/>
          <ac:spMkLst>
            <pc:docMk/>
            <pc:sldMk cId="639127479" sldId="877"/>
            <ac:spMk id="2" creationId="{79A958D0-E20F-7CBC-5659-E43C34EB4E4E}"/>
          </ac:spMkLst>
        </pc:spChg>
        <pc:spChg chg="mod">
          <ac:chgData name="Pooya Ronagh" userId="1e51cbf563d9a2f4" providerId="LiveId" clId="{85B16871-1EB4-56B3-9759-C86511532351}" dt="2026-08-26T06:19:08.456" v="247"/>
          <ac:spMkLst>
            <pc:docMk/>
            <pc:sldMk cId="639127479" sldId="877"/>
            <ac:spMk id="4" creationId="{78950A50-7E60-407B-23D2-33534B10CAAA}"/>
          </ac:spMkLst>
        </pc:spChg>
        <pc:picChg chg="add mod">
          <ac:chgData name="Pooya Ronagh" userId="1e51cbf563d9a2f4" providerId="LiveId" clId="{85B16871-1EB4-56B3-9759-C86511532351}" dt="2026-08-26T10:06:10.053" v="3106" actId="1076"/>
          <ac:picMkLst>
            <pc:docMk/>
            <pc:sldMk cId="639127479" sldId="877"/>
            <ac:picMk id="6" creationId="{663B8A3B-2032-9C60-6366-4C7CA196DEFF}"/>
          </ac:picMkLst>
        </pc:picChg>
        <pc:picChg chg="add mod">
          <ac:chgData name="Pooya Ronagh" userId="1e51cbf563d9a2f4" providerId="LiveId" clId="{85B16871-1EB4-56B3-9759-C86511532351}" dt="2026-08-26T10:08:27.325" v="3166" actId="1036"/>
          <ac:picMkLst>
            <pc:docMk/>
            <pc:sldMk cId="639127479" sldId="877"/>
            <ac:picMk id="7" creationId="{711554E6-04F5-E437-6721-8B60595FFC5B}"/>
          </ac:picMkLst>
        </pc:picChg>
        <pc:picChg chg="del mod">
          <ac:chgData name="Pooya Ronagh" userId="1e51cbf563d9a2f4" providerId="LiveId" clId="{85B16871-1EB4-56B3-9759-C86511532351}" dt="2026-08-26T10:05:37.849" v="3080" actId="478"/>
          <ac:picMkLst>
            <pc:docMk/>
            <pc:sldMk cId="639127479" sldId="877"/>
            <ac:picMk id="8" creationId="{3C0472C5-A01F-E2A0-FC41-84C948A4F8EA}"/>
          </ac:picMkLst>
        </pc:picChg>
        <pc:picChg chg="add mod">
          <ac:chgData name="Pooya Ronagh" userId="1e51cbf563d9a2f4" providerId="LiveId" clId="{85B16871-1EB4-56B3-9759-C86511532351}" dt="2026-08-26T10:08:27.325" v="3166" actId="1036"/>
          <ac:picMkLst>
            <pc:docMk/>
            <pc:sldMk cId="639127479" sldId="877"/>
            <ac:picMk id="9" creationId="{09E78CA5-BF32-41FC-7549-DA324BF6CE5B}"/>
          </ac:picMkLst>
        </pc:picChg>
        <pc:picChg chg="del mod">
          <ac:chgData name="Pooya Ronagh" userId="1e51cbf563d9a2f4" providerId="LiveId" clId="{85B16871-1EB4-56B3-9759-C86511532351}" dt="2026-08-26T10:04:46.106" v="3048" actId="478"/>
          <ac:picMkLst>
            <pc:docMk/>
            <pc:sldMk cId="639127479" sldId="877"/>
            <ac:picMk id="17" creationId="{939F909B-675A-9047-F725-6B14ABCE5376}"/>
          </ac:picMkLst>
        </pc:picChg>
      </pc:sldChg>
      <pc:sldChg chg="modSp del">
        <pc:chgData name="Pooya Ronagh" userId="1e51cbf563d9a2f4" providerId="LiveId" clId="{85B16871-1EB4-56B3-9759-C86511532351}" dt="2026-08-26T10:09:01.227" v="3167" actId="2696"/>
        <pc:sldMkLst>
          <pc:docMk/>
          <pc:sldMk cId="2379190630" sldId="879"/>
        </pc:sldMkLst>
        <pc:spChg chg="mod">
          <ac:chgData name="Pooya Ronagh" userId="1e51cbf563d9a2f4" providerId="LiveId" clId="{85B16871-1EB4-56B3-9759-C86511532351}" dt="2026-08-26T06:19:11.505" v="248"/>
          <ac:spMkLst>
            <pc:docMk/>
            <pc:sldMk cId="2379190630" sldId="879"/>
            <ac:spMk id="4" creationId="{1B4964AD-E939-A9D5-B956-CFE1056EB7D9}"/>
          </ac:spMkLst>
        </pc:spChg>
      </pc:sldChg>
      <pc:sldChg chg="addSp delSp modSp add mod ord modAnim">
        <pc:chgData name="Pooya Ronagh" userId="1e51cbf563d9a2f4" providerId="LiveId" clId="{85B16871-1EB4-56B3-9759-C86511532351}" dt="2026-08-26T15:27:29.462" v="7652"/>
        <pc:sldMkLst>
          <pc:docMk/>
          <pc:sldMk cId="3657063978" sldId="880"/>
        </pc:sldMkLst>
        <pc:spChg chg="mod">
          <ac:chgData name="Pooya Ronagh" userId="1e51cbf563d9a2f4" providerId="LiveId" clId="{85B16871-1EB4-56B3-9759-C86511532351}" dt="2026-08-26T10:45:36.079" v="4113" actId="20577"/>
          <ac:spMkLst>
            <pc:docMk/>
            <pc:sldMk cId="3657063978" sldId="880"/>
            <ac:spMk id="2" creationId="{9A3B8548-44D2-0BB7-B378-043A72CABDD4}"/>
          </ac:spMkLst>
        </pc:spChg>
        <pc:spChg chg="mod">
          <ac:chgData name="Pooya Ronagh" userId="1e51cbf563d9a2f4" providerId="LiveId" clId="{85B16871-1EB4-56B3-9759-C86511532351}" dt="2026-08-26T10:37:25.747" v="3700" actId="20577"/>
          <ac:spMkLst>
            <pc:docMk/>
            <pc:sldMk cId="3657063978" sldId="880"/>
            <ac:spMk id="3" creationId="{2C6C7EF9-0AEF-23C7-E70A-A82D1A25D4DD}"/>
          </ac:spMkLst>
        </pc:spChg>
        <pc:spChg chg="add del mod">
          <ac:chgData name="Pooya Ronagh" userId="1e51cbf563d9a2f4" providerId="LiveId" clId="{85B16871-1EB4-56B3-9759-C86511532351}" dt="2026-08-26T06:46:07.374" v="725" actId="22"/>
          <ac:spMkLst>
            <pc:docMk/>
            <pc:sldMk cId="3657063978" sldId="880"/>
            <ac:spMk id="7" creationId="{B86151F4-A693-938A-8498-42C71B8CC5BF}"/>
          </ac:spMkLst>
        </pc:spChg>
      </pc:sldChg>
      <pc:sldChg chg="add del">
        <pc:chgData name="Pooya Ronagh" userId="1e51cbf563d9a2f4" providerId="LiveId" clId="{85B16871-1EB4-56B3-9759-C86511532351}" dt="2026-08-26T09:58:12.843" v="2871" actId="2696"/>
        <pc:sldMkLst>
          <pc:docMk/>
          <pc:sldMk cId="490548905" sldId="881"/>
        </pc:sldMkLst>
      </pc:sldChg>
      <pc:sldChg chg="addSp delSp modSp add del mod ord">
        <pc:chgData name="Pooya Ronagh" userId="1e51cbf563d9a2f4" providerId="LiveId" clId="{85B16871-1EB4-56B3-9759-C86511532351}" dt="2026-08-26T11:21:56.990" v="6171" actId="2696"/>
        <pc:sldMkLst>
          <pc:docMk/>
          <pc:sldMk cId="3907544392" sldId="882"/>
        </pc:sldMkLst>
        <pc:spChg chg="del">
          <ac:chgData name="Pooya Ronagh" userId="1e51cbf563d9a2f4" providerId="LiveId" clId="{85B16871-1EB4-56B3-9759-C86511532351}" dt="2026-08-26T06:29:59.593" v="462" actId="478"/>
          <ac:spMkLst>
            <pc:docMk/>
            <pc:sldMk cId="3907544392" sldId="882"/>
            <ac:spMk id="2" creationId="{9CF917EC-BB1B-E2E7-E79D-EA1D0872CF30}"/>
          </ac:spMkLst>
        </pc:spChg>
        <pc:spChg chg="mod">
          <ac:chgData name="Pooya Ronagh" userId="1e51cbf563d9a2f4" providerId="LiveId" clId="{85B16871-1EB4-56B3-9759-C86511532351}" dt="2026-08-26T11:21:46.204" v="6169" actId="21"/>
          <ac:spMkLst>
            <pc:docMk/>
            <pc:sldMk cId="3907544392" sldId="882"/>
            <ac:spMk id="3" creationId="{A340F97E-2AB9-E97B-B61F-780FFF3B9E22}"/>
          </ac:spMkLst>
        </pc:spChg>
        <pc:spChg chg="add del mod">
          <ac:chgData name="Pooya Ronagh" userId="1e51cbf563d9a2f4" providerId="LiveId" clId="{85B16871-1EB4-56B3-9759-C86511532351}" dt="2026-08-26T06:30:01.787" v="463" actId="478"/>
          <ac:spMkLst>
            <pc:docMk/>
            <pc:sldMk cId="3907544392" sldId="882"/>
            <ac:spMk id="13" creationId="{CFA24148-AE60-A67C-6E46-4B0F37EA2F32}"/>
          </ac:spMkLst>
        </pc:spChg>
        <pc:picChg chg="del">
          <ac:chgData name="Pooya Ronagh" userId="1e51cbf563d9a2f4" providerId="LiveId" clId="{85B16871-1EB4-56B3-9759-C86511532351}" dt="2026-08-26T06:29:41.193" v="456" actId="478"/>
          <ac:picMkLst>
            <pc:docMk/>
            <pc:sldMk cId="3907544392" sldId="882"/>
            <ac:picMk id="6" creationId="{BF9A878E-6885-4DD2-9CA9-0D7DB413E10F}"/>
          </ac:picMkLst>
        </pc:picChg>
        <pc:picChg chg="add mod modCrop">
          <ac:chgData name="Pooya Ronagh" userId="1e51cbf563d9a2f4" providerId="LiveId" clId="{85B16871-1EB4-56B3-9759-C86511532351}" dt="2026-08-26T06:33:20.662" v="490" actId="732"/>
          <ac:picMkLst>
            <pc:docMk/>
            <pc:sldMk cId="3907544392" sldId="882"/>
            <ac:picMk id="7" creationId="{9E4E6020-F746-943D-F58D-AB159D3C6424}"/>
          </ac:picMkLst>
        </pc:picChg>
        <pc:picChg chg="del">
          <ac:chgData name="Pooya Ronagh" userId="1e51cbf563d9a2f4" providerId="LiveId" clId="{85B16871-1EB4-56B3-9759-C86511532351}" dt="2026-08-26T06:29:28.608" v="454" actId="478"/>
          <ac:picMkLst>
            <pc:docMk/>
            <pc:sldMk cId="3907544392" sldId="882"/>
            <ac:picMk id="8" creationId="{956F3E81-1263-229B-A83A-C4AB109527BD}"/>
          </ac:picMkLst>
        </pc:picChg>
        <pc:picChg chg="del">
          <ac:chgData name="Pooya Ronagh" userId="1e51cbf563d9a2f4" providerId="LiveId" clId="{85B16871-1EB4-56B3-9759-C86511532351}" dt="2026-08-26T06:29:28.608" v="454" actId="478"/>
          <ac:picMkLst>
            <pc:docMk/>
            <pc:sldMk cId="3907544392" sldId="882"/>
            <ac:picMk id="9" creationId="{C6331446-91F2-03FF-0F8B-9F9A43323C42}"/>
          </ac:picMkLst>
        </pc:picChg>
        <pc:picChg chg="add mod">
          <ac:chgData name="Pooya Ronagh" userId="1e51cbf563d9a2f4" providerId="LiveId" clId="{85B16871-1EB4-56B3-9759-C86511532351}" dt="2026-08-26T06:33:59.983" v="555" actId="1036"/>
          <ac:picMkLst>
            <pc:docMk/>
            <pc:sldMk cId="3907544392" sldId="882"/>
            <ac:picMk id="14" creationId="{48E67B22-DBAC-02C8-7DB7-9441741DA342}"/>
          </ac:picMkLst>
        </pc:picChg>
        <pc:cxnChg chg="del">
          <ac:chgData name="Pooya Ronagh" userId="1e51cbf563d9a2f4" providerId="LiveId" clId="{85B16871-1EB4-56B3-9759-C86511532351}" dt="2026-08-26T06:29:33.949" v="455" actId="478"/>
          <ac:cxnSpMkLst>
            <pc:docMk/>
            <pc:sldMk cId="3907544392" sldId="882"/>
            <ac:cxnSpMk id="10" creationId="{48BF6488-1DD9-AC78-CE59-2892DAE8DE2C}"/>
          </ac:cxnSpMkLst>
        </pc:cxnChg>
        <pc:cxnChg chg="del mod">
          <ac:chgData name="Pooya Ronagh" userId="1e51cbf563d9a2f4" providerId="LiveId" clId="{85B16871-1EB4-56B3-9759-C86511532351}" dt="2026-08-26T06:29:33.949" v="455" actId="478"/>
          <ac:cxnSpMkLst>
            <pc:docMk/>
            <pc:sldMk cId="3907544392" sldId="882"/>
            <ac:cxnSpMk id="11" creationId="{A7BCBEA8-3626-1E0D-973D-372C57037BDA}"/>
          </ac:cxnSpMkLst>
        </pc:cxnChg>
      </pc:sldChg>
      <pc:sldChg chg="add del">
        <pc:chgData name="Pooya Ronagh" userId="1e51cbf563d9a2f4" providerId="LiveId" clId="{85B16871-1EB4-56B3-9759-C86511532351}" dt="2026-08-26T06:31:02.958" v="470" actId="2696"/>
        <pc:sldMkLst>
          <pc:docMk/>
          <pc:sldMk cId="560527991" sldId="883"/>
        </pc:sldMkLst>
      </pc:sldChg>
      <pc:sldChg chg="addSp delSp modSp add del mod">
        <pc:chgData name="Pooya Ronagh" userId="1e51cbf563d9a2f4" providerId="LiveId" clId="{85B16871-1EB4-56B3-9759-C86511532351}" dt="2026-08-26T06:33:00.085" v="488" actId="2696"/>
        <pc:sldMkLst>
          <pc:docMk/>
          <pc:sldMk cId="1241086081" sldId="883"/>
        </pc:sldMkLst>
        <pc:picChg chg="add mod">
          <ac:chgData name="Pooya Ronagh" userId="1e51cbf563d9a2f4" providerId="LiveId" clId="{85B16871-1EB4-56B3-9759-C86511532351}" dt="2026-08-26T06:31:24.702" v="475"/>
          <ac:picMkLst>
            <pc:docMk/>
            <pc:sldMk cId="1241086081" sldId="883"/>
            <ac:picMk id="2" creationId="{3A446227-E150-0849-EF8C-946460610F4B}"/>
          </ac:picMkLst>
        </pc:picChg>
        <pc:picChg chg="del">
          <ac:chgData name="Pooya Ronagh" userId="1e51cbf563d9a2f4" providerId="LiveId" clId="{85B16871-1EB4-56B3-9759-C86511532351}" dt="2026-08-26T06:31:15.671" v="474" actId="21"/>
          <ac:picMkLst>
            <pc:docMk/>
            <pc:sldMk cId="1241086081" sldId="883"/>
            <ac:picMk id="7" creationId="{4221529F-7EF4-134C-11B9-44EFF7A67A05}"/>
          </ac:picMkLst>
        </pc:picChg>
      </pc:sldChg>
      <pc:sldChg chg="addSp modSp add mod ord modAnim">
        <pc:chgData name="Pooya Ronagh" userId="1e51cbf563d9a2f4" providerId="LiveId" clId="{85B16871-1EB4-56B3-9759-C86511532351}" dt="2026-08-26T15:16:53.225" v="7606"/>
        <pc:sldMkLst>
          <pc:docMk/>
          <pc:sldMk cId="1531198616" sldId="884"/>
        </pc:sldMkLst>
        <pc:spChg chg="add mod">
          <ac:chgData name="Pooya Ronagh" userId="1e51cbf563d9a2f4" providerId="LiveId" clId="{85B16871-1EB4-56B3-9759-C86511532351}" dt="2026-08-26T15:16:46.921" v="7605" actId="692"/>
          <ac:spMkLst>
            <pc:docMk/>
            <pc:sldMk cId="1531198616" sldId="884"/>
            <ac:spMk id="2" creationId="{BEB133A0-40B2-DA21-F50F-BA47FBC7ED4A}"/>
          </ac:spMkLst>
        </pc:spChg>
      </pc:sldChg>
      <pc:sldChg chg="addSp delSp modSp add mod ord delAnim">
        <pc:chgData name="Pooya Ronagh" userId="1e51cbf563d9a2f4" providerId="LiveId" clId="{85B16871-1EB4-56B3-9759-C86511532351}" dt="2026-08-26T08:30:57.204" v="1705" actId="1035"/>
        <pc:sldMkLst>
          <pc:docMk/>
          <pc:sldMk cId="847115619" sldId="885"/>
        </pc:sldMkLst>
        <pc:spChg chg="mod">
          <ac:chgData name="Pooya Ronagh" userId="1e51cbf563d9a2f4" providerId="LiveId" clId="{85B16871-1EB4-56B3-9759-C86511532351}" dt="2026-08-26T08:04:33.437" v="1320"/>
          <ac:spMkLst>
            <pc:docMk/>
            <pc:sldMk cId="847115619" sldId="885"/>
            <ac:spMk id="3" creationId="{215A682E-0E81-E248-A28D-F3CE82F6FD60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18" creationId="{E822354F-4569-DFB0-59E9-6EF55F360471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19" creationId="{FED8F127-A4FA-4A26-72D6-E8F6D629A973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1" creationId="{14BCCF2E-4947-A4BA-9349-5C205180E340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2" creationId="{981377FB-C243-46B9-8EB4-0B5BF66F9536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3" creationId="{37172EB8-EFB0-7049-898C-243252969C1B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4" creationId="{0F1584A7-0B52-6331-194B-ACE9962FABAA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5" creationId="{52FA1C86-1E96-AE58-8454-180B405F5BDF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26" creationId="{8A9D870F-6E0D-C27B-9719-E7A89F96A003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30" creationId="{1BCDFA3B-1CA7-4189-8063-48715AB4CEBD}"/>
          </ac:spMkLst>
        </pc:spChg>
        <pc:spChg chg="mod">
          <ac:chgData name="Pooya Ronagh" userId="1e51cbf563d9a2f4" providerId="LiveId" clId="{85B16871-1EB4-56B3-9759-C86511532351}" dt="2026-08-26T08:24:41.142" v="1534" actId="1035"/>
          <ac:spMkLst>
            <pc:docMk/>
            <pc:sldMk cId="847115619" sldId="885"/>
            <ac:spMk id="31" creationId="{F979891B-95AB-2002-9C1E-0FE2F1D38814}"/>
          </ac:spMkLst>
        </pc:spChg>
        <pc:spChg chg="add mod">
          <ac:chgData name="Pooya Ronagh" userId="1e51cbf563d9a2f4" providerId="LiveId" clId="{85B16871-1EB4-56B3-9759-C86511532351}" dt="2026-08-26T08:25:03.071" v="1537" actId="1076"/>
          <ac:spMkLst>
            <pc:docMk/>
            <pc:sldMk cId="847115619" sldId="885"/>
            <ac:spMk id="50" creationId="{73867E69-D732-A076-4FB1-2248536F98F0}"/>
          </ac:spMkLst>
        </pc:spChg>
        <pc:spChg chg="add mod">
          <ac:chgData name="Pooya Ronagh" userId="1e51cbf563d9a2f4" providerId="LiveId" clId="{85B16871-1EB4-56B3-9759-C86511532351}" dt="2026-08-26T08:24:54.781" v="1535" actId="1076"/>
          <ac:spMkLst>
            <pc:docMk/>
            <pc:sldMk cId="847115619" sldId="885"/>
            <ac:spMk id="51" creationId="{EED9DFC3-CBC2-F10D-949F-03B4FBC1B280}"/>
          </ac:spMkLst>
        </pc:spChg>
        <pc:spChg chg="add mod">
          <ac:chgData name="Pooya Ronagh" userId="1e51cbf563d9a2f4" providerId="LiveId" clId="{85B16871-1EB4-56B3-9759-C86511532351}" dt="2026-08-26T08:24:58.425" v="1536" actId="1076"/>
          <ac:spMkLst>
            <pc:docMk/>
            <pc:sldMk cId="847115619" sldId="885"/>
            <ac:spMk id="52" creationId="{26699289-5E6F-56D9-1DD9-AEBC85459E91}"/>
          </ac:spMkLst>
        </pc:spChg>
        <pc:spChg chg="add mod">
          <ac:chgData name="Pooya Ronagh" userId="1e51cbf563d9a2f4" providerId="LiveId" clId="{85B16871-1EB4-56B3-9759-C86511532351}" dt="2026-08-26T08:25:07.340" v="1538" actId="1076"/>
          <ac:spMkLst>
            <pc:docMk/>
            <pc:sldMk cId="847115619" sldId="885"/>
            <ac:spMk id="53" creationId="{A73B4107-1903-91EF-B71E-6DDE44AED585}"/>
          </ac:spMkLst>
        </pc:spChg>
        <pc:grpChg chg="add del">
          <ac:chgData name="Pooya Ronagh" userId="1e51cbf563d9a2f4" providerId="LiveId" clId="{85B16871-1EB4-56B3-9759-C86511532351}" dt="2026-08-26T08:11:52.096" v="1415" actId="21"/>
          <ac:grpSpMkLst>
            <pc:docMk/>
            <pc:sldMk cId="847115619" sldId="885"/>
            <ac:grpSpMk id="54" creationId="{9D229308-E225-D316-DF27-7856FBB14DB8}"/>
          </ac:grpSpMkLst>
        </pc:grpChg>
        <pc:grpChg chg="add mod">
          <ac:chgData name="Pooya Ronagh" userId="1e51cbf563d9a2f4" providerId="LiveId" clId="{85B16871-1EB4-56B3-9759-C86511532351}" dt="2026-08-26T08:30:57.204" v="1705" actId="1035"/>
          <ac:grpSpMkLst>
            <pc:docMk/>
            <pc:sldMk cId="847115619" sldId="885"/>
            <ac:grpSpMk id="56" creationId="{CC587690-365D-9C72-C4D2-F75C08C43312}"/>
          </ac:grpSpMkLst>
        </pc:grpChg>
        <pc:picChg chg="del">
          <ac:chgData name="Pooya Ronagh" userId="1e51cbf563d9a2f4" providerId="LiveId" clId="{85B16871-1EB4-56B3-9759-C86511532351}" dt="2026-08-26T08:03:54.398" v="1315" actId="478"/>
          <ac:picMkLst>
            <pc:docMk/>
            <pc:sldMk cId="847115619" sldId="885"/>
            <ac:picMk id="6" creationId="{D8A1D08A-3834-FDBF-CAAB-4930534D4E72}"/>
          </ac:picMkLst>
        </pc:picChg>
        <pc:picChg chg="add mod modCrop">
          <ac:chgData name="Pooya Ronagh" userId="1e51cbf563d9a2f4" providerId="LiveId" clId="{85B16871-1EB4-56B3-9759-C86511532351}" dt="2026-08-26T08:14:51.207" v="1440" actId="166"/>
          <ac:picMkLst>
            <pc:docMk/>
            <pc:sldMk cId="847115619" sldId="885"/>
            <ac:picMk id="7" creationId="{35132BD2-86C5-FC79-7C27-89EF0E328C41}"/>
          </ac:picMkLst>
        </pc:picChg>
        <pc:picChg chg="mod">
          <ac:chgData name="Pooya Ronagh" userId="1e51cbf563d9a2f4" providerId="LiveId" clId="{85B16871-1EB4-56B3-9759-C86511532351}" dt="2026-08-26T08:14:56.533" v="1441" actId="166"/>
          <ac:picMkLst>
            <pc:docMk/>
            <pc:sldMk cId="847115619" sldId="885"/>
            <ac:picMk id="8" creationId="{33D276F3-E122-B472-2DC4-1AF535FF1FA9}"/>
          </ac:picMkLst>
        </pc:picChg>
        <pc:picChg chg="del mod">
          <ac:chgData name="Pooya Ronagh" userId="1e51cbf563d9a2f4" providerId="LiveId" clId="{85B16871-1EB4-56B3-9759-C86511532351}" dt="2026-08-26T08:14:08.784" v="1429" actId="478"/>
          <ac:picMkLst>
            <pc:docMk/>
            <pc:sldMk cId="847115619" sldId="885"/>
            <ac:picMk id="11" creationId="{AA048DFC-4123-90B7-175C-C6C4B1904AD0}"/>
          </ac:picMkLst>
        </pc:picChg>
        <pc:picChg chg="mod modCrop">
          <ac:chgData name="Pooya Ronagh" userId="1e51cbf563d9a2f4" providerId="LiveId" clId="{85B16871-1EB4-56B3-9759-C86511532351}" dt="2026-08-26T08:29:53.783" v="1636" actId="1035"/>
          <ac:picMkLst>
            <pc:docMk/>
            <pc:sldMk cId="847115619" sldId="885"/>
            <ac:picMk id="12" creationId="{D4B368DA-23DF-5D74-BE37-29943D6089E0}"/>
          </ac:picMkLst>
        </pc:picChg>
        <pc:picChg chg="add mod">
          <ac:chgData name="Pooya Ronagh" userId="1e51cbf563d9a2f4" providerId="LiveId" clId="{85B16871-1EB4-56B3-9759-C86511532351}" dt="2026-08-26T08:30:46.091" v="1696" actId="1035"/>
          <ac:picMkLst>
            <pc:docMk/>
            <pc:sldMk cId="847115619" sldId="885"/>
            <ac:picMk id="55" creationId="{43048F7D-028E-2175-132D-49DDFD1FAE2E}"/>
          </ac:picMkLst>
        </pc:picChg>
        <pc:cxnChg chg="add mod">
          <ac:chgData name="Pooya Ronagh" userId="1e51cbf563d9a2f4" providerId="LiveId" clId="{85B16871-1EB4-56B3-9759-C86511532351}" dt="2026-08-26T08:25:14.986" v="1540" actId="14100"/>
          <ac:cxnSpMkLst>
            <pc:docMk/>
            <pc:sldMk cId="847115619" sldId="885"/>
            <ac:cxnSpMk id="13" creationId="{05AF91A8-5DB8-0322-F09F-9D5D75A62BA6}"/>
          </ac:cxnSpMkLst>
        </pc:cxnChg>
        <pc:cxnChg chg="mod">
          <ac:chgData name="Pooya Ronagh" userId="1e51cbf563d9a2f4" providerId="LiveId" clId="{85B16871-1EB4-56B3-9759-C86511532351}" dt="2026-08-26T08:29:40.709" v="1620" actId="1076"/>
          <ac:cxnSpMkLst>
            <pc:docMk/>
            <pc:sldMk cId="847115619" sldId="885"/>
            <ac:cxnSpMk id="14" creationId="{D14969CB-6CA8-4BFA-8B01-543B4C3290C3}"/>
          </ac:cxnSpMkLst>
        </pc:cxnChg>
        <pc:cxnChg chg="add del mod">
          <ac:chgData name="Pooya Ronagh" userId="1e51cbf563d9a2f4" providerId="LiveId" clId="{85B16871-1EB4-56B3-9759-C86511532351}" dt="2026-08-26T08:26:29.111" v="1544" actId="14100"/>
          <ac:cxnSpMkLst>
            <pc:docMk/>
            <pc:sldMk cId="847115619" sldId="885"/>
            <ac:cxnSpMk id="15" creationId="{E6959B2E-59AB-31DF-A71F-BD1D425D9D92}"/>
          </ac:cxnSpMkLst>
        </pc:cxnChg>
        <pc:cxnChg chg="add mod">
          <ac:chgData name="Pooya Ronagh" userId="1e51cbf563d9a2f4" providerId="LiveId" clId="{85B16871-1EB4-56B3-9759-C86511532351}" dt="2026-08-26T08:25:19.026" v="1541" actId="14100"/>
          <ac:cxnSpMkLst>
            <pc:docMk/>
            <pc:sldMk cId="847115619" sldId="885"/>
            <ac:cxnSpMk id="27" creationId="{A2F723CD-4E29-E3D6-FFBD-C4CEC3F92C6B}"/>
          </ac:cxnSpMkLst>
        </pc:cxnChg>
        <pc:cxnChg chg="add mod">
          <ac:chgData name="Pooya Ronagh" userId="1e51cbf563d9a2f4" providerId="LiveId" clId="{85B16871-1EB4-56B3-9759-C86511532351}" dt="2026-08-26T08:25:23.109" v="1542" actId="14100"/>
          <ac:cxnSpMkLst>
            <pc:docMk/>
            <pc:sldMk cId="847115619" sldId="885"/>
            <ac:cxnSpMk id="40" creationId="{0E4A1948-CA67-71D4-9E5D-1C9767749E26}"/>
          </ac:cxnSpMkLst>
        </pc:cxnChg>
        <pc:cxnChg chg="add mod">
          <ac:chgData name="Pooya Ronagh" userId="1e51cbf563d9a2f4" providerId="LiveId" clId="{85B16871-1EB4-56B3-9759-C86511532351}" dt="2026-08-26T08:25:11.380" v="1539" actId="14100"/>
          <ac:cxnSpMkLst>
            <pc:docMk/>
            <pc:sldMk cId="847115619" sldId="885"/>
            <ac:cxnSpMk id="45" creationId="{63A6E8AA-6D2E-BE2F-8136-711552F8608D}"/>
          </ac:cxnSpMkLst>
        </pc:cxnChg>
      </pc:sldChg>
      <pc:sldChg chg="delSp modSp add del mod ord">
        <pc:chgData name="Pooya Ronagh" userId="1e51cbf563d9a2f4" providerId="LiveId" clId="{85B16871-1EB4-56B3-9759-C86511532351}" dt="2026-08-26T06:35:12.175" v="617" actId="2696"/>
        <pc:sldMkLst>
          <pc:docMk/>
          <pc:sldMk cId="2564822245" sldId="885"/>
        </pc:sldMkLst>
        <pc:picChg chg="del mod modCrop">
          <ac:chgData name="Pooya Ronagh" userId="1e51cbf563d9a2f4" providerId="LiveId" clId="{85B16871-1EB4-56B3-9759-C86511532351}" dt="2026-08-26T06:33:48.586" v="494" actId="21"/>
          <ac:picMkLst>
            <pc:docMk/>
            <pc:sldMk cId="2564822245" sldId="885"/>
            <ac:picMk id="7" creationId="{36919042-9A3D-2D32-5FA8-9DAFEF2E73C6}"/>
          </ac:picMkLst>
        </pc:picChg>
      </pc:sldChg>
      <pc:sldChg chg="addSp delSp modSp add mod delAnim modAnim">
        <pc:chgData name="Pooya Ronagh" userId="1e51cbf563d9a2f4" providerId="LiveId" clId="{85B16871-1EB4-56B3-9759-C86511532351}" dt="2026-08-26T15:09:59.812" v="7525"/>
        <pc:sldMkLst>
          <pc:docMk/>
          <pc:sldMk cId="3389189604" sldId="886"/>
        </pc:sldMkLst>
        <pc:spChg chg="mod">
          <ac:chgData name="Pooya Ronagh" userId="1e51cbf563d9a2f4" providerId="LiveId" clId="{85B16871-1EB4-56B3-9759-C86511532351}" dt="2026-08-26T15:09:36.837" v="7521" actId="20577"/>
          <ac:spMkLst>
            <pc:docMk/>
            <pc:sldMk cId="3389189604" sldId="886"/>
            <ac:spMk id="2" creationId="{DC80521E-C36F-C916-0976-FE9EC5331EE8}"/>
          </ac:spMkLst>
        </pc:spChg>
        <pc:spChg chg="add del">
          <ac:chgData name="Pooya Ronagh" userId="1e51cbf563d9a2f4" providerId="LiveId" clId="{85B16871-1EB4-56B3-9759-C86511532351}" dt="2026-08-26T08:53:36.121" v="2160" actId="22"/>
          <ac:spMkLst>
            <pc:docMk/>
            <pc:sldMk cId="3389189604" sldId="886"/>
            <ac:spMk id="15" creationId="{523C2DAA-46F9-9202-209F-233C9EAB3765}"/>
          </ac:spMkLst>
        </pc:spChg>
        <pc:spChg chg="add del">
          <ac:chgData name="Pooya Ronagh" userId="1e51cbf563d9a2f4" providerId="LiveId" clId="{85B16871-1EB4-56B3-9759-C86511532351}" dt="2026-08-26T08:53:38.839" v="2162" actId="22"/>
          <ac:spMkLst>
            <pc:docMk/>
            <pc:sldMk cId="3389189604" sldId="886"/>
            <ac:spMk id="18" creationId="{8F3A32E9-6576-6DA9-3FC4-411DE5664EB7}"/>
          </ac:spMkLst>
        </pc:spChg>
        <pc:spChg chg="add mod">
          <ac:chgData name="Pooya Ronagh" userId="1e51cbf563d9a2f4" providerId="LiveId" clId="{85B16871-1EB4-56B3-9759-C86511532351}" dt="2026-08-26T08:54:36.467" v="2178" actId="1076"/>
          <ac:spMkLst>
            <pc:docMk/>
            <pc:sldMk cId="3389189604" sldId="886"/>
            <ac:spMk id="20" creationId="{FE6AD186-861D-7156-3326-9F3028359602}"/>
          </ac:spMkLst>
        </pc:spChg>
        <pc:grpChg chg="del">
          <ac:chgData name="Pooya Ronagh" userId="1e51cbf563d9a2f4" providerId="LiveId" clId="{85B16871-1EB4-56B3-9759-C86511532351}" dt="2026-08-26T07:27:11.803" v="1199" actId="478"/>
          <ac:grpSpMkLst>
            <pc:docMk/>
            <pc:sldMk cId="3389189604" sldId="886"/>
            <ac:grpSpMk id="14" creationId="{66D02454-0F5B-D8FC-96AC-96DD388597C6}"/>
          </ac:grpSpMkLst>
        </pc:grpChg>
        <pc:picChg chg="add mod">
          <ac:chgData name="Pooya Ronagh" userId="1e51cbf563d9a2f4" providerId="LiveId" clId="{85B16871-1EB4-56B3-9759-C86511532351}" dt="2026-08-26T07:29:54.956" v="1279" actId="1035"/>
          <ac:picMkLst>
            <pc:docMk/>
            <pc:sldMk cId="3389189604" sldId="886"/>
            <ac:picMk id="6" creationId="{6CB0A461-0F96-2A6D-1DD2-1C62BDF688C0}"/>
          </ac:picMkLst>
        </pc:picChg>
        <pc:picChg chg="del">
          <ac:chgData name="Pooya Ronagh" userId="1e51cbf563d9a2f4" providerId="LiveId" clId="{85B16871-1EB4-56B3-9759-C86511532351}" dt="2026-08-26T07:27:11.803" v="1199" actId="478"/>
          <ac:picMkLst>
            <pc:docMk/>
            <pc:sldMk cId="3389189604" sldId="886"/>
            <ac:picMk id="7" creationId="{92A2EE6E-CA38-FB44-28BD-7526E9B41500}"/>
          </ac:picMkLst>
        </pc:picChg>
        <pc:picChg chg="mod">
          <ac:chgData name="Pooya Ronagh" userId="1e51cbf563d9a2f4" providerId="LiveId" clId="{85B16871-1EB4-56B3-9759-C86511532351}" dt="2026-08-26T07:29:37.159" v="1260" actId="1076"/>
          <ac:picMkLst>
            <pc:docMk/>
            <pc:sldMk cId="3389189604" sldId="886"/>
            <ac:picMk id="10" creationId="{54D468CA-0A5A-5CFC-6404-9AA7456A6B20}"/>
          </ac:picMkLst>
        </pc:picChg>
        <pc:picChg chg="mod">
          <ac:chgData name="Pooya Ronagh" userId="1e51cbf563d9a2f4" providerId="LiveId" clId="{85B16871-1EB4-56B3-9759-C86511532351}" dt="2026-08-26T07:29:40.301" v="1261" actId="1076"/>
          <ac:picMkLst>
            <pc:docMk/>
            <pc:sldMk cId="3389189604" sldId="886"/>
            <ac:picMk id="11" creationId="{ADFB1BE0-41E4-0B42-BC02-4C907BF2D5A1}"/>
          </ac:picMkLst>
        </pc:picChg>
        <pc:picChg chg="del">
          <ac:chgData name="Pooya Ronagh" userId="1e51cbf563d9a2f4" providerId="LiveId" clId="{85B16871-1EB4-56B3-9759-C86511532351}" dt="2026-08-26T07:26:46.469" v="1167" actId="478"/>
          <ac:picMkLst>
            <pc:docMk/>
            <pc:sldMk cId="3389189604" sldId="886"/>
            <ac:picMk id="16" creationId="{AE45C4EA-654E-1E50-9206-7DCAFAF4121B}"/>
          </ac:picMkLst>
        </pc:picChg>
      </pc:sldChg>
      <pc:sldChg chg="delSp add mod ord">
        <pc:chgData name="Pooya Ronagh" userId="1e51cbf563d9a2f4" providerId="LiveId" clId="{85B16871-1EB4-56B3-9759-C86511532351}" dt="2026-08-26T08:01:51.219" v="1314" actId="20578"/>
        <pc:sldMkLst>
          <pc:docMk/>
          <pc:sldMk cId="3683716458" sldId="887"/>
        </pc:sldMkLst>
        <pc:picChg chg="del">
          <ac:chgData name="Pooya Ronagh" userId="1e51cbf563d9a2f4" providerId="LiveId" clId="{85B16871-1EB4-56B3-9759-C86511532351}" dt="2026-08-26T07:58:26.689" v="1295" actId="478"/>
          <ac:picMkLst>
            <pc:docMk/>
            <pc:sldMk cId="3683716458" sldId="887"/>
            <ac:picMk id="9" creationId="{3628C803-546F-81D3-0A94-113467E18817}"/>
          </ac:picMkLst>
        </pc:picChg>
      </pc:sldChg>
      <pc:sldChg chg="addSp delSp modSp add mod delAnim modAnim">
        <pc:chgData name="Pooya Ronagh" userId="1e51cbf563d9a2f4" providerId="LiveId" clId="{85B16871-1EB4-56B3-9759-C86511532351}" dt="2026-08-26T15:14:37.738" v="7587" actId="167"/>
        <pc:sldMkLst>
          <pc:docMk/>
          <pc:sldMk cId="3430219349" sldId="888"/>
        </pc:sldMkLst>
        <pc:spChg chg="mod">
          <ac:chgData name="Pooya Ronagh" userId="1e51cbf563d9a2f4" providerId="LiveId" clId="{85B16871-1EB4-56B3-9759-C86511532351}" dt="2026-08-26T08:47:15.348" v="2136" actId="20577"/>
          <ac:spMkLst>
            <pc:docMk/>
            <pc:sldMk cId="3430219349" sldId="888"/>
            <ac:spMk id="2" creationId="{CCBEBE24-FD2A-A562-48ED-731745CC1C56}"/>
          </ac:spMkLst>
        </pc:spChg>
        <pc:spChg chg="mod">
          <ac:chgData name="Pooya Ronagh" userId="1e51cbf563d9a2f4" providerId="LiveId" clId="{85B16871-1EB4-56B3-9759-C86511532351}" dt="2026-08-26T11:21:50.105" v="6170"/>
          <ac:spMkLst>
            <pc:docMk/>
            <pc:sldMk cId="3430219349" sldId="888"/>
            <ac:spMk id="3" creationId="{EA1837A2-64E0-7410-0F4E-CBACC7954093}"/>
          </ac:spMkLst>
        </pc:spChg>
        <pc:grpChg chg="add mod">
          <ac:chgData name="Pooya Ronagh" userId="1e51cbf563d9a2f4" providerId="LiveId" clId="{85B16871-1EB4-56B3-9759-C86511532351}" dt="2026-08-26T08:44:14.253" v="2014" actId="167"/>
          <ac:grpSpMkLst>
            <pc:docMk/>
            <pc:sldMk cId="3430219349" sldId="888"/>
            <ac:grpSpMk id="13" creationId="{8ABC13AB-47E3-CBD3-8510-911F0A86A079}"/>
          </ac:grpSpMkLst>
        </pc:grpChg>
        <pc:grpChg chg="add">
          <ac:chgData name="Pooya Ronagh" userId="1e51cbf563d9a2f4" providerId="LiveId" clId="{85B16871-1EB4-56B3-9759-C86511532351}" dt="2026-08-26T15:13:19.563" v="7575" actId="164"/>
          <ac:grpSpMkLst>
            <pc:docMk/>
            <pc:sldMk cId="3430219349" sldId="888"/>
            <ac:grpSpMk id="16" creationId="{BC0657E4-EA67-3234-59C1-C0A3126BC6E8}"/>
          </ac:grpSpMkLst>
        </pc:grpChg>
        <pc:grpChg chg="add mod">
          <ac:chgData name="Pooya Ronagh" userId="1e51cbf563d9a2f4" providerId="LiveId" clId="{85B16871-1EB4-56B3-9759-C86511532351}" dt="2026-08-26T15:14:37.738" v="7587" actId="167"/>
          <ac:grpSpMkLst>
            <pc:docMk/>
            <pc:sldMk cId="3430219349" sldId="888"/>
            <ac:grpSpMk id="17" creationId="{72BB84D3-1551-30D2-99CA-55915AF0BF0A}"/>
          </ac:grpSpMkLst>
        </pc:grpChg>
        <pc:picChg chg="del">
          <ac:chgData name="Pooya Ronagh" userId="1e51cbf563d9a2f4" providerId="LiveId" clId="{85B16871-1EB4-56B3-9759-C86511532351}" dt="2026-08-26T08:37:19.853" v="1709" actId="478"/>
          <ac:picMkLst>
            <pc:docMk/>
            <pc:sldMk cId="3430219349" sldId="888"/>
            <ac:picMk id="6" creationId="{BEC02980-BFDD-37BE-5D36-ABDEAFD2AAEE}"/>
          </ac:picMkLst>
        </pc:picChg>
        <pc:picChg chg="add mod">
          <ac:chgData name="Pooya Ronagh" userId="1e51cbf563d9a2f4" providerId="LiveId" clId="{85B16871-1EB4-56B3-9759-C86511532351}" dt="2026-08-26T08:37:30.467" v="1712"/>
          <ac:picMkLst>
            <pc:docMk/>
            <pc:sldMk cId="3430219349" sldId="888"/>
            <ac:picMk id="7" creationId="{725E26FB-5389-D17C-8885-D81AD3977316}"/>
          </ac:picMkLst>
        </pc:picChg>
        <pc:picChg chg="mod">
          <ac:chgData name="Pooya Ronagh" userId="1e51cbf563d9a2f4" providerId="LiveId" clId="{85B16871-1EB4-56B3-9759-C86511532351}" dt="2026-08-26T08:40:59.841" v="1993" actId="1076"/>
          <ac:picMkLst>
            <pc:docMk/>
            <pc:sldMk cId="3430219349" sldId="888"/>
            <ac:picMk id="8" creationId="{97E92385-C274-B4CC-A2DA-A288ABC1E650}"/>
          </ac:picMkLst>
        </pc:picChg>
        <pc:picChg chg="mod">
          <ac:chgData name="Pooya Ronagh" userId="1e51cbf563d9a2f4" providerId="LiveId" clId="{85B16871-1EB4-56B3-9759-C86511532351}" dt="2026-08-26T08:47:24.476" v="2138" actId="1076"/>
          <ac:picMkLst>
            <pc:docMk/>
            <pc:sldMk cId="3430219349" sldId="888"/>
            <ac:picMk id="9" creationId="{35FD0F2D-D0E0-9B00-9DCC-1AE8CC292FE4}"/>
          </ac:picMkLst>
        </pc:picChg>
        <pc:picChg chg="add mod">
          <ac:chgData name="Pooya Ronagh" userId="1e51cbf563d9a2f4" providerId="LiveId" clId="{85B16871-1EB4-56B3-9759-C86511532351}" dt="2026-08-26T08:37:30.467" v="1712"/>
          <ac:picMkLst>
            <pc:docMk/>
            <pc:sldMk cId="3430219349" sldId="888"/>
            <ac:picMk id="12" creationId="{CB55E9EB-127A-4588-CF7E-D67E92A54F6B}"/>
          </ac:picMkLst>
        </pc:picChg>
        <pc:picChg chg="add mod">
          <ac:chgData name="Pooya Ronagh" userId="1e51cbf563d9a2f4" providerId="LiveId" clId="{85B16871-1EB4-56B3-9759-C86511532351}" dt="2026-08-26T08:43:34.608" v="2009" actId="1076"/>
          <ac:picMkLst>
            <pc:docMk/>
            <pc:sldMk cId="3430219349" sldId="888"/>
            <ac:picMk id="14" creationId="{BCA08FB1-4F76-2442-9B80-7F1AAEE38AF3}"/>
          </ac:picMkLst>
        </pc:picChg>
        <pc:picChg chg="add mod">
          <ac:chgData name="Pooya Ronagh" userId="1e51cbf563d9a2f4" providerId="LiveId" clId="{85B16871-1EB4-56B3-9759-C86511532351}" dt="2026-08-26T08:47:12.392" v="2130" actId="1076"/>
          <ac:picMkLst>
            <pc:docMk/>
            <pc:sldMk cId="3430219349" sldId="888"/>
            <ac:picMk id="15" creationId="{A60CC585-7ED2-0383-D52A-1C334276B871}"/>
          </ac:picMkLst>
        </pc:picChg>
        <pc:cxnChg chg="mod">
          <ac:chgData name="Pooya Ronagh" userId="1e51cbf563d9a2f4" providerId="LiveId" clId="{85B16871-1EB4-56B3-9759-C86511532351}" dt="2026-08-26T08:40:59.841" v="1993" actId="1076"/>
          <ac:cxnSpMkLst>
            <pc:docMk/>
            <pc:sldMk cId="3430219349" sldId="888"/>
            <ac:cxnSpMk id="10" creationId="{5D26DBDF-7471-B000-3D73-3520084CC470}"/>
          </ac:cxnSpMkLst>
        </pc:cxnChg>
        <pc:cxnChg chg="mod">
          <ac:chgData name="Pooya Ronagh" userId="1e51cbf563d9a2f4" providerId="LiveId" clId="{85B16871-1EB4-56B3-9759-C86511532351}" dt="2026-08-26T08:44:10.769" v="2013" actId="1076"/>
          <ac:cxnSpMkLst>
            <pc:docMk/>
            <pc:sldMk cId="3430219349" sldId="888"/>
            <ac:cxnSpMk id="11" creationId="{352BC3CA-1685-BEF8-364D-7695976D69F3}"/>
          </ac:cxnSpMkLst>
        </pc:cxnChg>
      </pc:sldChg>
      <pc:sldChg chg="addSp delSp modSp add mod">
        <pc:chgData name="Pooya Ronagh" userId="1e51cbf563d9a2f4" providerId="LiveId" clId="{85B16871-1EB4-56B3-9759-C86511532351}" dt="2026-08-26T09:57:34.235" v="2870" actId="1076"/>
        <pc:sldMkLst>
          <pc:docMk/>
          <pc:sldMk cId="2678777511" sldId="889"/>
        </pc:sldMkLst>
        <pc:spChg chg="mod">
          <ac:chgData name="Pooya Ronagh" userId="1e51cbf563d9a2f4" providerId="LiveId" clId="{85B16871-1EB4-56B3-9759-C86511532351}" dt="2026-08-26T09:57:22.981" v="2865" actId="20577"/>
          <ac:spMkLst>
            <pc:docMk/>
            <pc:sldMk cId="2678777511" sldId="889"/>
            <ac:spMk id="3" creationId="{3E0E34B3-F9B5-6411-5479-8470FE6A2FE6}"/>
          </ac:spMkLst>
        </pc:spChg>
        <pc:picChg chg="del">
          <ac:chgData name="Pooya Ronagh" userId="1e51cbf563d9a2f4" providerId="LiveId" clId="{85B16871-1EB4-56B3-9759-C86511532351}" dt="2026-08-26T09:57:24.486" v="2866" actId="478"/>
          <ac:picMkLst>
            <pc:docMk/>
            <pc:sldMk cId="2678777511" sldId="889"/>
            <ac:picMk id="2" creationId="{E7275A34-22B1-D236-0776-1E9187510D13}"/>
          </ac:picMkLst>
        </pc:picChg>
        <pc:picChg chg="add mod">
          <ac:chgData name="Pooya Ronagh" userId="1e51cbf563d9a2f4" providerId="LiveId" clId="{85B16871-1EB4-56B3-9759-C86511532351}" dt="2026-08-26T09:57:34.235" v="2870" actId="1076"/>
          <ac:picMkLst>
            <pc:docMk/>
            <pc:sldMk cId="2678777511" sldId="889"/>
            <ac:picMk id="6" creationId="{19E8F7B4-808F-EE67-2EF4-14702104338A}"/>
          </ac:picMkLst>
        </pc:picChg>
      </pc:sldChg>
      <pc:sldChg chg="addSp modSp add mod modAnim">
        <pc:chgData name="Pooya Ronagh" userId="1e51cbf563d9a2f4" providerId="LiveId" clId="{85B16871-1EB4-56B3-9759-C86511532351}" dt="2026-08-26T15:25:11.405" v="7641"/>
        <pc:sldMkLst>
          <pc:docMk/>
          <pc:sldMk cId="3700851473" sldId="890"/>
        </pc:sldMkLst>
        <pc:grpChg chg="add">
          <ac:chgData name="Pooya Ronagh" userId="1e51cbf563d9a2f4" providerId="LiveId" clId="{85B16871-1EB4-56B3-9759-C86511532351}" dt="2026-08-26T15:24:49.027" v="7638" actId="164"/>
          <ac:grpSpMkLst>
            <pc:docMk/>
            <pc:sldMk cId="3700851473" sldId="890"/>
            <ac:grpSpMk id="8" creationId="{EAEB53F8-5AB9-8625-3283-9B3061B57A5D}"/>
          </ac:grpSpMkLst>
        </pc:grpChg>
        <pc:picChg chg="mod">
          <ac:chgData name="Pooya Ronagh" userId="1e51cbf563d9a2f4" providerId="LiveId" clId="{85B16871-1EB4-56B3-9759-C86511532351}" dt="2026-08-26T10:10:59.811" v="3181" actId="1036"/>
          <ac:picMkLst>
            <pc:docMk/>
            <pc:sldMk cId="3700851473" sldId="890"/>
            <ac:picMk id="11" creationId="{02CE2075-619C-161A-89C2-C30594E4665F}"/>
          </ac:picMkLst>
        </pc:picChg>
      </pc:sldChg>
      <pc:sldChg chg="addSp delSp modSp add mod delAnim modAnim">
        <pc:chgData name="Pooya Ronagh" userId="1e51cbf563d9a2f4" providerId="LiveId" clId="{85B16871-1EB4-56B3-9759-C86511532351}" dt="2026-08-26T15:26:45.745" v="7650"/>
        <pc:sldMkLst>
          <pc:docMk/>
          <pc:sldMk cId="1163432479" sldId="891"/>
        </pc:sldMkLst>
        <pc:spChg chg="mod">
          <ac:chgData name="Pooya Ronagh" userId="1e51cbf563d9a2f4" providerId="LiveId" clId="{85B16871-1EB4-56B3-9759-C86511532351}" dt="2026-08-26T10:30:18.940" v="3609" actId="113"/>
          <ac:spMkLst>
            <pc:docMk/>
            <pc:sldMk cId="1163432479" sldId="891"/>
            <ac:spMk id="2" creationId="{D8AAFA9E-C414-62EC-B7E8-8CD29D9BF781}"/>
          </ac:spMkLst>
        </pc:spChg>
        <pc:spChg chg="mod">
          <ac:chgData name="Pooya Ronagh" userId="1e51cbf563d9a2f4" providerId="LiveId" clId="{85B16871-1EB4-56B3-9759-C86511532351}" dt="2026-08-26T10:15:35.224" v="3286" actId="20577"/>
          <ac:spMkLst>
            <pc:docMk/>
            <pc:sldMk cId="1163432479" sldId="891"/>
            <ac:spMk id="3" creationId="{787B9E90-B259-055A-588D-B4050AC332E6}"/>
          </ac:spMkLst>
        </pc:spChg>
        <pc:spChg chg="add del">
          <ac:chgData name="Pooya Ronagh" userId="1e51cbf563d9a2f4" providerId="LiveId" clId="{85B16871-1EB4-56B3-9759-C86511532351}" dt="2026-08-26T10:25:21.198" v="3372" actId="22"/>
          <ac:spMkLst>
            <pc:docMk/>
            <pc:sldMk cId="1163432479" sldId="891"/>
            <ac:spMk id="10" creationId="{483D17EB-0559-3FFE-D376-C4F7E8331E6B}"/>
          </ac:spMkLst>
        </pc:spChg>
        <pc:grpChg chg="add">
          <ac:chgData name="Pooya Ronagh" userId="1e51cbf563d9a2f4" providerId="LiveId" clId="{85B16871-1EB4-56B3-9759-C86511532351}" dt="2026-08-26T15:26:25.104" v="7645" actId="164"/>
          <ac:grpSpMkLst>
            <pc:docMk/>
            <pc:sldMk cId="1163432479" sldId="891"/>
            <ac:grpSpMk id="16" creationId="{DDA44410-F283-3CAD-19FD-A15F22BE7288}"/>
          </ac:grpSpMkLst>
        </pc:grpChg>
        <pc:picChg chg="del">
          <ac:chgData name="Pooya Ronagh" userId="1e51cbf563d9a2f4" providerId="LiveId" clId="{85B16871-1EB4-56B3-9759-C86511532351}" dt="2026-08-26T10:22:28.047" v="3289" actId="478"/>
          <ac:picMkLst>
            <pc:docMk/>
            <pc:sldMk cId="1163432479" sldId="891"/>
            <ac:picMk id="6" creationId="{0DEEF7D7-C3BD-AEE6-BFF9-EADB97D55AC2}"/>
          </ac:picMkLst>
        </pc:picChg>
        <pc:picChg chg="del">
          <ac:chgData name="Pooya Ronagh" userId="1e51cbf563d9a2f4" providerId="LiveId" clId="{85B16871-1EB4-56B3-9759-C86511532351}" dt="2026-08-26T10:22:28.047" v="3289" actId="478"/>
          <ac:picMkLst>
            <pc:docMk/>
            <pc:sldMk cId="1163432479" sldId="891"/>
            <ac:picMk id="7" creationId="{7DDC91A7-5EAE-4C52-953D-4E31950436BF}"/>
          </ac:picMkLst>
        </pc:picChg>
        <pc:picChg chg="del">
          <ac:chgData name="Pooya Ronagh" userId="1e51cbf563d9a2f4" providerId="LiveId" clId="{85B16871-1EB4-56B3-9759-C86511532351}" dt="2026-08-26T10:22:28.047" v="3289" actId="478"/>
          <ac:picMkLst>
            <pc:docMk/>
            <pc:sldMk cId="1163432479" sldId="891"/>
            <ac:picMk id="9" creationId="{8428ADD0-0E1D-4A88-BF8B-AEE3AB996C55}"/>
          </ac:picMkLst>
        </pc:picChg>
        <pc:picChg chg="del">
          <ac:chgData name="Pooya Ronagh" userId="1e51cbf563d9a2f4" providerId="LiveId" clId="{85B16871-1EB4-56B3-9759-C86511532351}" dt="2026-08-26T10:22:17.240" v="3287" actId="478"/>
          <ac:picMkLst>
            <pc:docMk/>
            <pc:sldMk cId="1163432479" sldId="891"/>
            <ac:picMk id="11" creationId="{1B382EE2-8E04-9F5D-1644-9FBAB16F773F}"/>
          </ac:picMkLst>
        </pc:picChg>
        <pc:picChg chg="add mod">
          <ac:chgData name="Pooya Ronagh" userId="1e51cbf563d9a2f4" providerId="LiveId" clId="{85B16871-1EB4-56B3-9759-C86511532351}" dt="2026-08-26T10:27:22.996" v="3498"/>
          <ac:picMkLst>
            <pc:docMk/>
            <pc:sldMk cId="1163432479" sldId="891"/>
            <ac:picMk id="12" creationId="{A87B334B-45F2-334C-4558-F0BE14DE6F87}"/>
          </ac:picMkLst>
        </pc:picChg>
        <pc:picChg chg="add mod">
          <ac:chgData name="Pooya Ronagh" userId="1e51cbf563d9a2f4" providerId="LiveId" clId="{85B16871-1EB4-56B3-9759-C86511532351}" dt="2026-08-26T10:27:22.996" v="3498"/>
          <ac:picMkLst>
            <pc:docMk/>
            <pc:sldMk cId="1163432479" sldId="891"/>
            <ac:picMk id="13" creationId="{6172902D-2507-978B-274B-0D0E6F5EABDC}"/>
          </ac:picMkLst>
        </pc:picChg>
        <pc:picChg chg="add mod">
          <ac:chgData name="Pooya Ronagh" userId="1e51cbf563d9a2f4" providerId="LiveId" clId="{85B16871-1EB4-56B3-9759-C86511532351}" dt="2026-08-26T10:30:14.996" v="3608" actId="1076"/>
          <ac:picMkLst>
            <pc:docMk/>
            <pc:sldMk cId="1163432479" sldId="891"/>
            <ac:picMk id="14" creationId="{7E142AB7-5C58-C39D-B89E-B20EDF877D25}"/>
          </ac:picMkLst>
        </pc:picChg>
        <pc:picChg chg="del">
          <ac:chgData name="Pooya Ronagh" userId="1e51cbf563d9a2f4" providerId="LiveId" clId="{85B16871-1EB4-56B3-9759-C86511532351}" dt="2026-08-26T10:15:08.746" v="3227" actId="478"/>
          <ac:picMkLst>
            <pc:docMk/>
            <pc:sldMk cId="1163432479" sldId="891"/>
            <ac:picMk id="15" creationId="{E36E35CF-1886-6C05-79F9-861FFB0CC044}"/>
          </ac:picMkLst>
        </pc:picChg>
      </pc:sldChg>
      <pc:sldChg chg="modSp add del mod">
        <pc:chgData name="Pooya Ronagh" userId="1e51cbf563d9a2f4" providerId="LiveId" clId="{85B16871-1EB4-56B3-9759-C86511532351}" dt="2026-08-26T11:24:53.356" v="6184" actId="2696"/>
        <pc:sldMkLst>
          <pc:docMk/>
          <pc:sldMk cId="267351556" sldId="892"/>
        </pc:sldMkLst>
        <pc:spChg chg="mod">
          <ac:chgData name="Pooya Ronagh" userId="1e51cbf563d9a2f4" providerId="LiveId" clId="{85B16871-1EB4-56B3-9759-C86511532351}" dt="2026-08-26T11:24:32.323" v="6183" actId="20577"/>
          <ac:spMkLst>
            <pc:docMk/>
            <pc:sldMk cId="267351556" sldId="892"/>
            <ac:spMk id="2" creationId="{F4D04782-23D9-6D16-2366-2F910D6F28CF}"/>
          </ac:spMkLst>
        </pc:spChg>
      </pc:sldChg>
      <pc:sldChg chg="addSp delSp modSp add mod modAnim">
        <pc:chgData name="Pooya Ronagh" userId="1e51cbf563d9a2f4" providerId="LiveId" clId="{85B16871-1EB4-56B3-9759-C86511532351}" dt="2026-08-26T15:28:38.833" v="7659"/>
        <pc:sldMkLst>
          <pc:docMk/>
          <pc:sldMk cId="1579925485" sldId="893"/>
        </pc:sldMkLst>
        <pc:spChg chg="mod">
          <ac:chgData name="Pooya Ronagh" userId="1e51cbf563d9a2f4" providerId="LiveId" clId="{85B16871-1EB4-56B3-9759-C86511532351}" dt="2026-08-26T14:40:13.586" v="6788" actId="20577"/>
          <ac:spMkLst>
            <pc:docMk/>
            <pc:sldMk cId="1579925485" sldId="893"/>
            <ac:spMk id="2" creationId="{DC0675DF-3F1A-8999-94D3-36AB0CEB2EF0}"/>
          </ac:spMkLst>
        </pc:spChg>
        <pc:spChg chg="mod">
          <ac:chgData name="Pooya Ronagh" userId="1e51cbf563d9a2f4" providerId="LiveId" clId="{85B16871-1EB4-56B3-9759-C86511532351}" dt="2026-08-26T14:37:24.810" v="6616" actId="20577"/>
          <ac:spMkLst>
            <pc:docMk/>
            <pc:sldMk cId="1579925485" sldId="893"/>
            <ac:spMk id="3" creationId="{7DE58E45-40E6-86FA-9D5B-EB02C2165E7A}"/>
          </ac:spMkLst>
        </pc:spChg>
        <pc:spChg chg="add mod">
          <ac:chgData name="Pooya Ronagh" userId="1e51cbf563d9a2f4" providerId="LiveId" clId="{85B16871-1EB4-56B3-9759-C86511532351}" dt="2026-08-26T14:34:43.425" v="6584" actId="1076"/>
          <ac:spMkLst>
            <pc:docMk/>
            <pc:sldMk cId="1579925485" sldId="893"/>
            <ac:spMk id="8" creationId="{4C20D343-796A-E770-79F8-5E29E469FCA7}"/>
          </ac:spMkLst>
        </pc:spChg>
        <pc:spChg chg="add del">
          <ac:chgData name="Pooya Ronagh" userId="1e51cbf563d9a2f4" providerId="LiveId" clId="{85B16871-1EB4-56B3-9759-C86511532351}" dt="2026-08-26T14:40:26.203" v="6790" actId="22"/>
          <ac:spMkLst>
            <pc:docMk/>
            <pc:sldMk cId="1579925485" sldId="893"/>
            <ac:spMk id="11" creationId="{A6ED681B-8A4A-2675-3AB3-F2AEF3E4D501}"/>
          </ac:spMkLst>
        </pc:spChg>
        <pc:grpChg chg="add mod">
          <ac:chgData name="Pooya Ronagh" userId="1e51cbf563d9a2f4" providerId="LiveId" clId="{85B16871-1EB4-56B3-9759-C86511532351}" dt="2026-08-26T14:38:57.989" v="6706" actId="1076"/>
          <ac:grpSpMkLst>
            <pc:docMk/>
            <pc:sldMk cId="1579925485" sldId="893"/>
            <ac:grpSpMk id="9" creationId="{21E28215-959B-BCE4-9BD0-0BDE9CAC1329}"/>
          </ac:grpSpMkLst>
        </pc:grpChg>
        <pc:picChg chg="add mod">
          <ac:chgData name="Pooya Ronagh" userId="1e51cbf563d9a2f4" providerId="LiveId" clId="{85B16871-1EB4-56B3-9759-C86511532351}" dt="2026-08-26T14:33:58.286" v="6567" actId="1076"/>
          <ac:picMkLst>
            <pc:docMk/>
            <pc:sldMk cId="1579925485" sldId="893"/>
            <ac:picMk id="4" creationId="{E90BBAD0-62CF-A3BB-E55A-CB543E61AEC7}"/>
          </ac:picMkLst>
        </pc:picChg>
      </pc:sldChg>
      <pc:sldChg chg="addSp modSp add mod ord modAnim">
        <pc:chgData name="Pooya Ronagh" userId="1e51cbf563d9a2f4" providerId="LiveId" clId="{85B16871-1EB4-56B3-9759-C86511532351}" dt="2026-08-26T15:33:51.964" v="7816"/>
        <pc:sldMkLst>
          <pc:docMk/>
          <pc:sldMk cId="83954742" sldId="894"/>
        </pc:sldMkLst>
        <pc:spChg chg="mod">
          <ac:chgData name="Pooya Ronagh" userId="1e51cbf563d9a2f4" providerId="LiveId" clId="{85B16871-1EB4-56B3-9759-C86511532351}" dt="2026-08-26T15:33:46.069" v="7815" actId="20577"/>
          <ac:spMkLst>
            <pc:docMk/>
            <pc:sldMk cId="83954742" sldId="894"/>
            <ac:spMk id="2" creationId="{4A723344-270D-0A9E-AB39-BB5BEC74B4EF}"/>
          </ac:spMkLst>
        </pc:spChg>
        <pc:spChg chg="mod">
          <ac:chgData name="Pooya Ronagh" userId="1e51cbf563d9a2f4" providerId="LiveId" clId="{85B16871-1EB4-56B3-9759-C86511532351}" dt="2026-08-26T11:08:11.939" v="5380" actId="20577"/>
          <ac:spMkLst>
            <pc:docMk/>
            <pc:sldMk cId="83954742" sldId="894"/>
            <ac:spMk id="3" creationId="{16522778-1A7E-0F63-8778-7A0B4E739870}"/>
          </ac:spMkLst>
        </pc:spChg>
        <pc:picChg chg="add mod modCrop">
          <ac:chgData name="Pooya Ronagh" userId="1e51cbf563d9a2f4" providerId="LiveId" clId="{85B16871-1EB4-56B3-9759-C86511532351}" dt="2026-08-26T14:14:35.578" v="6208" actId="1076"/>
          <ac:picMkLst>
            <pc:docMk/>
            <pc:sldMk cId="83954742" sldId="894"/>
            <ac:picMk id="4" creationId="{2EC8003F-0B69-900A-A82C-EF8E798BF19F}"/>
          </ac:picMkLst>
        </pc:picChg>
        <pc:picChg chg="add mod modCrop">
          <ac:chgData name="Pooya Ronagh" userId="1e51cbf563d9a2f4" providerId="LiveId" clId="{85B16871-1EB4-56B3-9759-C86511532351}" dt="2026-08-26T14:14:29.219" v="6206" actId="1076"/>
          <ac:picMkLst>
            <pc:docMk/>
            <pc:sldMk cId="83954742" sldId="894"/>
            <ac:picMk id="6" creationId="{848ED8AA-AD88-8F98-7673-A08451833194}"/>
          </ac:picMkLst>
        </pc:picChg>
      </pc:sldChg>
      <pc:sldChg chg="addSp delSp modSp add mod modAnim">
        <pc:chgData name="Pooya Ronagh" userId="1e51cbf563d9a2f4" providerId="LiveId" clId="{85B16871-1EB4-56B3-9759-C86511532351}" dt="2026-08-26T15:31:22.361" v="7669"/>
        <pc:sldMkLst>
          <pc:docMk/>
          <pc:sldMk cId="2542635389" sldId="895"/>
        </pc:sldMkLst>
        <pc:spChg chg="mod">
          <ac:chgData name="Pooya Ronagh" userId="1e51cbf563d9a2f4" providerId="LiveId" clId="{85B16871-1EB4-56B3-9759-C86511532351}" dt="2026-08-26T15:05:44.727" v="7500" actId="5793"/>
          <ac:spMkLst>
            <pc:docMk/>
            <pc:sldMk cId="2542635389" sldId="895"/>
            <ac:spMk id="2" creationId="{E23C8AAE-9388-4396-51E7-EB965F2518E1}"/>
          </ac:spMkLst>
        </pc:spChg>
        <pc:spChg chg="mod">
          <ac:chgData name="Pooya Ronagh" userId="1e51cbf563d9a2f4" providerId="LiveId" clId="{85B16871-1EB4-56B3-9759-C86511532351}" dt="2026-08-26T14:40:42.235" v="6835" actId="20577"/>
          <ac:spMkLst>
            <pc:docMk/>
            <pc:sldMk cId="2542635389" sldId="895"/>
            <ac:spMk id="3" creationId="{7E62E5FF-973B-B990-245E-25E54912495F}"/>
          </ac:spMkLst>
        </pc:spChg>
        <pc:grpChg chg="del">
          <ac:chgData name="Pooya Ronagh" userId="1e51cbf563d9a2f4" providerId="LiveId" clId="{85B16871-1EB4-56B3-9759-C86511532351}" dt="2026-08-26T14:40:44.163" v="6836" actId="478"/>
          <ac:grpSpMkLst>
            <pc:docMk/>
            <pc:sldMk cId="2542635389" sldId="895"/>
            <ac:grpSpMk id="9" creationId="{C70E8948-577B-5B7B-47FF-445A3A277A96}"/>
          </ac:grpSpMkLst>
        </pc:grpChg>
        <pc:grpChg chg="add del mod">
          <ac:chgData name="Pooya Ronagh" userId="1e51cbf563d9a2f4" providerId="LiveId" clId="{85B16871-1EB4-56B3-9759-C86511532351}" dt="2026-08-26T14:56:05.218" v="7344" actId="478"/>
          <ac:grpSpMkLst>
            <pc:docMk/>
            <pc:sldMk cId="2542635389" sldId="895"/>
            <ac:grpSpMk id="11" creationId="{FC9B208E-5312-7166-8581-AD8B0F9E725C}"/>
          </ac:grpSpMkLst>
        </pc:grpChg>
        <pc:picChg chg="add mod topLvl">
          <ac:chgData name="Pooya Ronagh" userId="1e51cbf563d9a2f4" providerId="LiveId" clId="{85B16871-1EB4-56B3-9759-C86511532351}" dt="2026-08-26T14:56:09.589" v="7345" actId="1076"/>
          <ac:picMkLst>
            <pc:docMk/>
            <pc:sldMk cId="2542635389" sldId="895"/>
            <ac:picMk id="6" creationId="{4F593D6F-DC0E-C822-FBE1-CD5471C85557}"/>
          </ac:picMkLst>
        </pc:picChg>
        <pc:picChg chg="add del mod topLvl modCrop">
          <ac:chgData name="Pooya Ronagh" userId="1e51cbf563d9a2f4" providerId="LiveId" clId="{85B16871-1EB4-56B3-9759-C86511532351}" dt="2026-08-26T14:56:05.218" v="7344" actId="478"/>
          <ac:picMkLst>
            <pc:docMk/>
            <pc:sldMk cId="2542635389" sldId="895"/>
            <ac:picMk id="10" creationId="{CBAA7959-2F59-1966-E22C-D43DBA896B20}"/>
          </ac:picMkLst>
        </pc:picChg>
        <pc:picChg chg="add mod">
          <ac:chgData name="Pooya Ronagh" userId="1e51cbf563d9a2f4" providerId="LiveId" clId="{85B16871-1EB4-56B3-9759-C86511532351}" dt="2026-08-26T14:50:36.619" v="7296" actId="1037"/>
          <ac:picMkLst>
            <pc:docMk/>
            <pc:sldMk cId="2542635389" sldId="895"/>
            <ac:picMk id="12" creationId="{E153945E-3E4C-6555-4FC6-5314E35B2DE0}"/>
          </ac:picMkLst>
        </pc:picChg>
        <pc:picChg chg="add mod">
          <ac:chgData name="Pooya Ronagh" userId="1e51cbf563d9a2f4" providerId="LiveId" clId="{85B16871-1EB4-56B3-9759-C86511532351}" dt="2026-08-26T14:47:25.849" v="7066" actId="1076"/>
          <ac:picMkLst>
            <pc:docMk/>
            <pc:sldMk cId="2542635389" sldId="895"/>
            <ac:picMk id="13" creationId="{655EE227-7694-A036-BE53-5FE580283C35}"/>
          </ac:picMkLst>
        </pc:picChg>
        <pc:picChg chg="add mod">
          <ac:chgData name="Pooya Ronagh" userId="1e51cbf563d9a2f4" providerId="LiveId" clId="{85B16871-1EB4-56B3-9759-C86511532351}" dt="2026-08-26T15:07:30.766" v="7504" actId="1076"/>
          <ac:picMkLst>
            <pc:docMk/>
            <pc:sldMk cId="2542635389" sldId="895"/>
            <ac:picMk id="14" creationId="{C3B621B9-FD0F-7EEA-41F8-37B2D02D7261}"/>
          </ac:picMkLst>
        </pc:picChg>
        <pc:picChg chg="add del mod">
          <ac:chgData name="Pooya Ronagh" userId="1e51cbf563d9a2f4" providerId="LiveId" clId="{85B16871-1EB4-56B3-9759-C86511532351}" dt="2026-08-26T15:07:34.365" v="7508" actId="1037"/>
          <ac:picMkLst>
            <pc:docMk/>
            <pc:sldMk cId="2542635389" sldId="895"/>
            <ac:picMk id="15" creationId="{3DB33592-BD43-0D00-8B95-4BAF24FFCAD0}"/>
          </ac:picMkLst>
        </pc:picChg>
        <pc:picChg chg="add mod">
          <ac:chgData name="Pooya Ronagh" userId="1e51cbf563d9a2f4" providerId="LiveId" clId="{85B16871-1EB4-56B3-9759-C86511532351}" dt="2026-08-26T14:56:21.167" v="7349" actId="1076"/>
          <ac:picMkLst>
            <pc:docMk/>
            <pc:sldMk cId="2542635389" sldId="895"/>
            <ac:picMk id="16" creationId="{862CD6EE-270B-6216-BFDF-A23D9FD03332}"/>
          </ac:picMkLst>
        </pc:picChg>
      </pc:sldChg>
      <pc:sldMasterChg chg="modSldLayout">
        <pc:chgData name="Pooya Ronagh" userId="1e51cbf563d9a2f4" providerId="LiveId" clId="{85B16871-1EB4-56B3-9759-C86511532351}" dt="2026-08-26T06:17:46.062" v="232" actId="20577"/>
        <pc:sldMasterMkLst>
          <pc:docMk/>
          <pc:sldMasterMk cId="130905159" sldId="2147483648"/>
        </pc:sldMasterMkLst>
        <pc:sldLayoutChg chg="modSp mod">
          <pc:chgData name="Pooya Ronagh" userId="1e51cbf563d9a2f4" providerId="LiveId" clId="{85B16871-1EB4-56B3-9759-C86511532351}" dt="2026-08-26T06:17:39.461" v="227" actId="20577"/>
          <pc:sldLayoutMkLst>
            <pc:docMk/>
            <pc:sldMasterMk cId="130905159" sldId="2147483648"/>
            <pc:sldLayoutMk cId="1456336250" sldId="2147483672"/>
          </pc:sldLayoutMkLst>
          <pc:spChg chg="mod">
            <ac:chgData name="Pooya Ronagh" userId="1e51cbf563d9a2f4" providerId="LiveId" clId="{85B16871-1EB4-56B3-9759-C86511532351}" dt="2026-08-26T06:17:39.461" v="227" actId="20577"/>
            <ac:spMkLst>
              <pc:docMk/>
              <pc:sldMasterMk cId="130905159" sldId="2147483648"/>
              <pc:sldLayoutMk cId="1456336250" sldId="2147483672"/>
              <ac:spMk id="11" creationId="{4E98B16A-80D5-A545-A008-5A6A1B08B850}"/>
            </ac:spMkLst>
          </pc:spChg>
        </pc:sldLayoutChg>
        <pc:sldLayoutChg chg="modSp mod">
          <pc:chgData name="Pooya Ronagh" userId="1e51cbf563d9a2f4" providerId="LiveId" clId="{85B16871-1EB4-56B3-9759-C86511532351}" dt="2026-08-26T06:17:21.074" v="215" actId="20577"/>
          <pc:sldLayoutMkLst>
            <pc:docMk/>
            <pc:sldMasterMk cId="130905159" sldId="2147483648"/>
            <pc:sldLayoutMk cId="1438502320" sldId="2147483677"/>
          </pc:sldLayoutMkLst>
          <pc:spChg chg="mod">
            <ac:chgData name="Pooya Ronagh" userId="1e51cbf563d9a2f4" providerId="LiveId" clId="{85B16871-1EB4-56B3-9759-C86511532351}" dt="2026-08-26T06:17:21.074" v="215" actId="20577"/>
            <ac:spMkLst>
              <pc:docMk/>
              <pc:sldMasterMk cId="130905159" sldId="2147483648"/>
              <pc:sldLayoutMk cId="1438502320" sldId="2147483677"/>
              <ac:spMk id="22" creationId="{00000000-0000-0000-0000-000000000000}"/>
            </ac:spMkLst>
          </pc:spChg>
        </pc:sldLayoutChg>
        <pc:sldLayoutChg chg="modSp mod">
          <pc:chgData name="Pooya Ronagh" userId="1e51cbf563d9a2f4" providerId="LiveId" clId="{85B16871-1EB4-56B3-9759-C86511532351}" dt="2026-08-26T06:17:46.062" v="232" actId="20577"/>
          <pc:sldLayoutMkLst>
            <pc:docMk/>
            <pc:sldMasterMk cId="130905159" sldId="2147483648"/>
            <pc:sldLayoutMk cId="1977522657" sldId="2147483678"/>
          </pc:sldLayoutMkLst>
          <pc:spChg chg="mod">
            <ac:chgData name="Pooya Ronagh" userId="1e51cbf563d9a2f4" providerId="LiveId" clId="{85B16871-1EB4-56B3-9759-C86511532351}" dt="2026-08-26T06:17:46.062" v="232" actId="20577"/>
            <ac:spMkLst>
              <pc:docMk/>
              <pc:sldMasterMk cId="130905159" sldId="2147483648"/>
              <pc:sldLayoutMk cId="1977522657" sldId="2147483678"/>
              <ac:spMk id="22" creationId="{00000000-0000-0000-0000-000000000000}"/>
            </ac:spMkLst>
          </pc:spChg>
        </pc:sldLayoutChg>
        <pc:sldLayoutChg chg="modSp mod">
          <pc:chgData name="Pooya Ronagh" userId="1e51cbf563d9a2f4" providerId="LiveId" clId="{85B16871-1EB4-56B3-9759-C86511532351}" dt="2026-08-26T06:17:10.906" v="210" actId="20577"/>
          <pc:sldLayoutMkLst>
            <pc:docMk/>
            <pc:sldMasterMk cId="130905159" sldId="2147483648"/>
            <pc:sldLayoutMk cId="466164475" sldId="2147483679"/>
          </pc:sldLayoutMkLst>
          <pc:spChg chg="mod">
            <ac:chgData name="Pooya Ronagh" userId="1e51cbf563d9a2f4" providerId="LiveId" clId="{85B16871-1EB4-56B3-9759-C86511532351}" dt="2026-08-26T06:17:10.906" v="210" actId="20577"/>
            <ac:spMkLst>
              <pc:docMk/>
              <pc:sldMasterMk cId="130905159" sldId="2147483648"/>
              <pc:sldLayoutMk cId="466164475" sldId="2147483679"/>
              <ac:spMk id="22" creationId="{00000000-0000-0000-0000-000000000000}"/>
            </ac:spMkLst>
          </pc:spChg>
        </pc:sldLayoutChg>
        <pc:sldLayoutChg chg="modSp mod">
          <pc:chgData name="Pooya Ronagh" userId="1e51cbf563d9a2f4" providerId="LiveId" clId="{85B16871-1EB4-56B3-9759-C86511532351}" dt="2026-08-26T06:17:30.057" v="222" actId="20577"/>
          <pc:sldLayoutMkLst>
            <pc:docMk/>
            <pc:sldMasterMk cId="130905159" sldId="2147483648"/>
            <pc:sldLayoutMk cId="2983919398" sldId="2147483681"/>
          </pc:sldLayoutMkLst>
          <pc:spChg chg="mod">
            <ac:chgData name="Pooya Ronagh" userId="1e51cbf563d9a2f4" providerId="LiveId" clId="{85B16871-1EB4-56B3-9759-C86511532351}" dt="2026-08-26T06:17:30.057" v="222" actId="20577"/>
            <ac:spMkLst>
              <pc:docMk/>
              <pc:sldMasterMk cId="130905159" sldId="2147483648"/>
              <pc:sldLayoutMk cId="2983919398" sldId="2147483681"/>
              <ac:spMk id="22" creationId="{00000000-0000-0000-0000-000000000000}"/>
            </ac:spMkLst>
          </pc:spChg>
        </pc:sldLayoutChg>
        <pc:sldLayoutChg chg="addSp modSp mod">
          <pc:chgData name="Pooya Ronagh" userId="1e51cbf563d9a2f4" providerId="LiveId" clId="{85B16871-1EB4-56B3-9759-C86511532351}" dt="2026-08-26T06:15:45.059" v="188" actId="1036"/>
          <pc:sldLayoutMkLst>
            <pc:docMk/>
            <pc:sldMasterMk cId="130905159" sldId="2147483648"/>
            <pc:sldLayoutMk cId="1681947727" sldId="2147483682"/>
          </pc:sldLayoutMkLst>
          <pc:picChg chg="mod modCrop">
            <ac:chgData name="Pooya Ronagh" userId="1e51cbf563d9a2f4" providerId="LiveId" clId="{85B16871-1EB4-56B3-9759-C86511532351}" dt="2026-08-26T06:15:38.613" v="182" actId="1038"/>
            <ac:picMkLst>
              <pc:docMk/>
              <pc:sldMasterMk cId="130905159" sldId="2147483648"/>
              <pc:sldLayoutMk cId="1681947727" sldId="2147483682"/>
              <ac:picMk id="3" creationId="{F9A2F182-7E45-3382-764B-72CA4D542242}"/>
            </ac:picMkLst>
          </pc:picChg>
          <pc:picChg chg="add mod">
            <ac:chgData name="Pooya Ronagh" userId="1e51cbf563d9a2f4" providerId="LiveId" clId="{85B16871-1EB4-56B3-9759-C86511532351}" dt="2026-08-26T06:15:45.059" v="188" actId="1036"/>
            <ac:picMkLst>
              <pc:docMk/>
              <pc:sldMasterMk cId="130905159" sldId="2147483648"/>
              <pc:sldLayoutMk cId="1681947727" sldId="2147483682"/>
              <ac:picMk id="4" creationId="{D2E84507-6D0E-E7F9-1DFA-72FA27DE3080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08EF02-762D-1A4D-87B9-EC82DB8559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9ADFA5-9AC0-6F45-BEB0-F6882B3C77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2DDC-D3EB-FD43-A77E-2ABECFACA30A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F3A29-17AD-3B49-8B86-882503E60F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D11A2-499E-554F-8EDA-E575D57A4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E998C-F761-E046-B93A-8ACCCCE27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3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28B0B-82C2-774A-AE0B-60629AD0FAD5}" type="datetimeFigureOut">
              <a:rPr lang="en-US" smtClean="0"/>
              <a:t>8/25/26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637E4-E743-B046-9BDD-19C9817A630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8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org&amp;utm_campaign=index&amp;utm_content=thumbnai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889409" y="2424109"/>
            <a:ext cx="6346002" cy="2009781"/>
          </a:xfrm>
          <a:prstGeom prst="rect">
            <a:avLst/>
          </a:prstGeom>
        </p:spPr>
        <p:txBody>
          <a:bodyPr wrap="square" lIns="91521" tIns="45761" rIns="0" bIns="45761">
            <a:noAutofit/>
          </a:bodyPr>
          <a:lstStyle>
            <a:lvl1pPr marL="0" indent="0">
              <a:lnSpc>
                <a:spcPct val="85000"/>
              </a:lnSpc>
              <a:spcAft>
                <a:spcPts val="1601"/>
              </a:spcAft>
              <a:buFont typeface="Arial" panose="020B0604020202020204" pitchFamily="34" charset="0"/>
              <a:buChar char="​"/>
              <a:defRPr sz="2600" b="0" i="0">
                <a:solidFill>
                  <a:schemeClr val="tx1">
                    <a:lumMod val="50000"/>
                    <a:lumOff val="50000"/>
                  </a:schemeClr>
                </a:solidFill>
                <a:latin typeface="Brandon Text Medium" charset="0"/>
                <a:ea typeface="Brandon Text Medium" charset="0"/>
                <a:cs typeface="Brandon Text Medium" charset="0"/>
              </a:defRPr>
            </a:lvl1pPr>
            <a:lvl2pPr marL="0" indent="0">
              <a:lnSpc>
                <a:spcPct val="85000"/>
              </a:lnSpc>
              <a:spcBef>
                <a:spcPts val="4400"/>
              </a:spcBef>
              <a:buFont typeface="Arial" panose="020B0604020202020204" pitchFamily="34" charset="0"/>
              <a:buChar char="​"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2pPr>
            <a:lvl3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3pPr>
            <a:lvl4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600" b="0">
                <a:solidFill>
                  <a:schemeClr val="bg2"/>
                </a:solidFill>
              </a:defRPr>
            </a:lvl4pPr>
            <a:lvl5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600" b="0">
                <a:solidFill>
                  <a:schemeClr val="bg2"/>
                </a:solidFill>
              </a:defRPr>
            </a:lvl5pPr>
          </a:lstStyle>
          <a:p>
            <a:r>
              <a:rPr lang="en-US" dirty="0"/>
              <a:t>Subtitle text goes here</a:t>
            </a:r>
          </a:p>
          <a:p>
            <a:pPr lvl="1"/>
            <a:r>
              <a:rPr lang="en-US" dirty="0"/>
              <a:t>Presenter Name</a:t>
            </a:r>
          </a:p>
          <a:p>
            <a:pPr lvl="2"/>
            <a:r>
              <a:rPr lang="en-US" dirty="0"/>
              <a:t>Presenter Title</a:t>
            </a:r>
          </a:p>
          <a:p>
            <a:pPr lvl="2"/>
            <a:r>
              <a:rPr lang="en-US" dirty="0"/>
              <a:t>Date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CBF01F-F5FA-214D-9090-AB8E71085C0B}"/>
              </a:ext>
            </a:extLst>
          </p:cNvPr>
          <p:cNvCxnSpPr/>
          <p:nvPr userDrawn="1"/>
        </p:nvCxnSpPr>
        <p:spPr>
          <a:xfrm>
            <a:off x="1014698" y="2125616"/>
            <a:ext cx="313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549C5DC7-8228-844D-A1BA-CCEA50E6229F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889409" y="1390603"/>
            <a:ext cx="8720259" cy="1470025"/>
          </a:xfrm>
          <a:prstGeom prst="rect">
            <a:avLst/>
          </a:prstGeom>
        </p:spPr>
        <p:txBody>
          <a:bodyPr wrap="square" lIns="91521" tIns="45761" rIns="0" bIns="45761">
            <a:noAutofit/>
          </a:bodyPr>
          <a:lstStyle>
            <a:lvl1pPr algn="l">
              <a:lnSpc>
                <a:spcPct val="95000"/>
              </a:lnSpc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Brandon Text Regular" panose="020B0503020203060203" pitchFamily="34" charset="77"/>
                <a:ea typeface="Brandon Text Regular" panose="020B0503020203060203" pitchFamily="34" charset="77"/>
                <a:cs typeface="Brandon Text Regular" panose="020B050302020306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92F0829-10E1-244F-1466-5D639C51C0F6}"/>
              </a:ext>
            </a:extLst>
          </p:cNvPr>
          <p:cNvGrpSpPr/>
          <p:nvPr userDrawn="1"/>
        </p:nvGrpSpPr>
        <p:grpSpPr>
          <a:xfrm>
            <a:off x="2226900" y="5713265"/>
            <a:ext cx="9531256" cy="914567"/>
            <a:chOff x="2226900" y="5713265"/>
            <a:chExt cx="9531256" cy="914567"/>
          </a:xfrm>
        </p:grpSpPr>
        <p:pic>
          <p:nvPicPr>
            <p:cNvPr id="3" name="Picture 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9A2F182-7E45-3382-764B-72CA4D54224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-1489" r="25442"/>
            <a:stretch>
              <a:fillRect/>
            </a:stretch>
          </p:blipFill>
          <p:spPr>
            <a:xfrm>
              <a:off x="2226900" y="5713265"/>
              <a:ext cx="5062242" cy="914567"/>
            </a:xfrm>
            <a:prstGeom prst="rect">
              <a:avLst/>
            </a:prstGeom>
          </p:spPr>
        </p:pic>
        <p:pic>
          <p:nvPicPr>
            <p:cNvPr id="5" name="Picture 2" descr="Perimeter Institute | Arthur B. McDonald Institute">
              <a:extLst>
                <a:ext uri="{FF2B5EF4-FFF2-40B4-BE49-F238E27FC236}">
                  <a16:creationId xmlns:a16="http://schemas.microsoft.com/office/drawing/2014/main" id="{55D3904F-5C97-9206-6AB0-EE5190B488D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113" y="5835649"/>
              <a:ext cx="1578043" cy="522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629FE94-47D6-A604-293D-7EDB74E555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flipH="1">
              <a:off x="9887528" y="5759446"/>
              <a:ext cx="196909" cy="716621"/>
            </a:xfrm>
            <a:prstGeom prst="rect">
              <a:avLst/>
            </a:prstGeom>
          </p:spPr>
        </p:pic>
      </p:grpSp>
      <p:pic>
        <p:nvPicPr>
          <p:cNvPr id="4" name="Picture 3" descr="File:Microsoft logo (2012).svg - Wikimedia Commons">
            <a:extLst>
              <a:ext uri="{FF2B5EF4-FFF2-40B4-BE49-F238E27FC236}">
                <a16:creationId xmlns:a16="http://schemas.microsoft.com/office/drawing/2014/main" id="{D2E84507-6D0E-E7F9-1DFA-72FA27DE30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418099" y="5872843"/>
            <a:ext cx="2435445" cy="5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947727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pos="499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889408" y="2586361"/>
            <a:ext cx="8720259" cy="1470025"/>
          </a:xfrm>
          <a:prstGeom prst="rect">
            <a:avLst/>
          </a:prstGeom>
        </p:spPr>
        <p:txBody>
          <a:bodyPr wrap="square" lIns="91521" tIns="45761" rIns="0" bIns="45761">
            <a:noAutofit/>
          </a:bodyPr>
          <a:lstStyle>
            <a:lvl1pPr algn="l">
              <a:lnSpc>
                <a:spcPct val="95000"/>
              </a:lnSpc>
              <a:defRPr sz="4400" b="1" i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889409" y="4083426"/>
            <a:ext cx="6346002" cy="2009781"/>
          </a:xfrm>
          <a:prstGeom prst="rect">
            <a:avLst/>
          </a:prstGeom>
        </p:spPr>
        <p:txBody>
          <a:bodyPr wrap="square" lIns="91521" tIns="45761" rIns="0" bIns="45761">
            <a:noAutofit/>
          </a:bodyPr>
          <a:lstStyle>
            <a:lvl1pPr marL="0" indent="0">
              <a:lnSpc>
                <a:spcPct val="85000"/>
              </a:lnSpc>
              <a:spcAft>
                <a:spcPts val="1601"/>
              </a:spcAft>
              <a:buFont typeface="Arial" panose="020B0604020202020204" pitchFamily="34" charset="0"/>
              <a:buChar char="​"/>
              <a:defRPr sz="2600" b="0" i="0">
                <a:solidFill>
                  <a:schemeClr val="bg1">
                    <a:lumMod val="50000"/>
                  </a:schemeClr>
                </a:solidFill>
                <a:latin typeface="Brandon Text Medium" charset="0"/>
                <a:ea typeface="Brandon Text Medium" charset="0"/>
                <a:cs typeface="Brandon Text Medium" charset="0"/>
              </a:defRPr>
            </a:lvl1pPr>
            <a:lvl2pPr marL="0" indent="0">
              <a:lnSpc>
                <a:spcPct val="85000"/>
              </a:lnSpc>
              <a:spcBef>
                <a:spcPts val="4400"/>
              </a:spcBef>
              <a:buFont typeface="Arial" panose="020B0604020202020204" pitchFamily="34" charset="0"/>
              <a:buChar char="​"/>
              <a:defRPr sz="1800" b="0" i="0">
                <a:solidFill>
                  <a:schemeClr val="bg1">
                    <a:lumMod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2pPr>
            <a:lvl3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800" b="0" i="0">
                <a:solidFill>
                  <a:schemeClr val="bg1">
                    <a:lumMod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3pPr>
            <a:lvl4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600" b="0">
                <a:solidFill>
                  <a:schemeClr val="bg2"/>
                </a:solidFill>
              </a:defRPr>
            </a:lvl4pPr>
            <a:lvl5pPr marL="0" indent="0">
              <a:lnSpc>
                <a:spcPct val="85000"/>
              </a:lnSpc>
              <a:buFont typeface="Arial" panose="020B0604020202020204" pitchFamily="34" charset="0"/>
              <a:buChar char="​"/>
              <a:defRPr sz="1600" b="0">
                <a:solidFill>
                  <a:schemeClr val="bg2"/>
                </a:solidFill>
              </a:defRPr>
            </a:lvl5pPr>
          </a:lstStyle>
          <a:p>
            <a:r>
              <a:rPr lang="en-US" dirty="0"/>
              <a:t>Subtitle text goes here</a:t>
            </a:r>
          </a:p>
          <a:p>
            <a:pPr lvl="1"/>
            <a:r>
              <a:rPr lang="en-US" dirty="0"/>
              <a:t>Presenter Name</a:t>
            </a:r>
          </a:p>
          <a:p>
            <a:pPr lvl="2"/>
            <a:r>
              <a:rPr lang="en-US" dirty="0"/>
              <a:t>Presenter Title</a:t>
            </a:r>
          </a:p>
          <a:p>
            <a:pPr lvl="2"/>
            <a:r>
              <a:rPr lang="en-US" dirty="0"/>
              <a:t>Date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F9F6411-8698-140A-53EE-1698BEFD31A5}"/>
              </a:ext>
            </a:extLst>
          </p:cNvPr>
          <p:cNvGrpSpPr/>
          <p:nvPr userDrawn="1"/>
        </p:nvGrpSpPr>
        <p:grpSpPr>
          <a:xfrm>
            <a:off x="3197502" y="5710154"/>
            <a:ext cx="8560654" cy="914567"/>
            <a:chOff x="3197502" y="5710154"/>
            <a:chExt cx="8560654" cy="914567"/>
          </a:xfrm>
        </p:grpSpPr>
        <p:pic>
          <p:nvPicPr>
            <p:cNvPr id="5" name="Picture 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58FE4BF5-9001-B7E5-F4FF-6502C76A9A1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-1490"/>
            <a:stretch/>
          </p:blipFill>
          <p:spPr>
            <a:xfrm>
              <a:off x="3197502" y="5710154"/>
              <a:ext cx="6755819" cy="914567"/>
            </a:xfrm>
            <a:prstGeom prst="rect">
              <a:avLst/>
            </a:prstGeom>
          </p:spPr>
        </p:pic>
        <p:pic>
          <p:nvPicPr>
            <p:cNvPr id="6" name="Picture 2" descr="Perimeter Institute | Arthur B. McDonald Institute">
              <a:extLst>
                <a:ext uri="{FF2B5EF4-FFF2-40B4-BE49-F238E27FC236}">
                  <a16:creationId xmlns:a16="http://schemas.microsoft.com/office/drawing/2014/main" id="{974D4ED8-7EF3-53B2-93B3-5B3FBFB6102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0113" y="5835649"/>
              <a:ext cx="1578043" cy="522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074A17-FA5F-DA6C-310C-5DA14DABAD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flipH="1">
              <a:off x="9887528" y="5759446"/>
              <a:ext cx="196909" cy="7166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25492959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>
        <p15:guide id="1" orient="horz" pos="1632">
          <p15:clr>
            <a:srgbClr val="FBAE40"/>
          </p15:clr>
        </p15:guide>
        <p15:guide id="2" pos="499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9408" y="6393534"/>
            <a:ext cx="10199005" cy="25064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E9C8CAE4-E153-9942-A636-FF463772C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409" y="1586022"/>
            <a:ext cx="7619564" cy="28506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0" i="0">
                <a:solidFill>
                  <a:schemeClr val="tx1"/>
                </a:solidFill>
                <a:latin typeface="+mj-lt"/>
                <a:ea typeface="Brandon Text Medium" charset="0"/>
                <a:cs typeface="Brandon Text Medium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20E5B6-CC02-A445-93A8-DF228D9CDD6A}"/>
              </a:ext>
            </a:extLst>
          </p:cNvPr>
          <p:cNvCxnSpPr/>
          <p:nvPr userDrawn="1"/>
        </p:nvCxnSpPr>
        <p:spPr>
          <a:xfrm>
            <a:off x="1014698" y="2125616"/>
            <a:ext cx="313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16447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30283D-C14D-C348-8798-1A9979CECDA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9000" y="1202268"/>
            <a:ext cx="10303524" cy="501121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Brandon Text Regular" panose="020B0503020203060203" pitchFamily="34" charset="77"/>
              </a:defRPr>
            </a:lvl1pPr>
            <a:lvl2pPr>
              <a:defRPr sz="1800">
                <a:latin typeface="Brandon Text Regular" panose="020B0503020203060203" pitchFamily="34" charset="77"/>
              </a:defRPr>
            </a:lvl2pPr>
            <a:lvl3pPr>
              <a:defRPr sz="1600">
                <a:latin typeface="Brandon Text Regular" panose="020B0503020203060203" pitchFamily="34" charset="77"/>
              </a:defRPr>
            </a:lvl3pPr>
            <a:lvl4pPr>
              <a:defRPr sz="1400">
                <a:latin typeface="Brandon Text Regular" panose="020B0503020203060203" pitchFamily="34" charset="77"/>
              </a:defRPr>
            </a:lvl4pPr>
            <a:lvl5pPr>
              <a:defRPr sz="1400">
                <a:latin typeface="Brandon Text Regular" panose="020B0503020203060203" pitchFamily="34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A6DA5-7C15-854A-8235-47E571B675F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89000" y="490538"/>
            <a:ext cx="9912350" cy="503237"/>
          </a:xfrm>
          <a:prstGeom prst="rect">
            <a:avLst/>
          </a:prstGeom>
        </p:spPr>
        <p:txBody>
          <a:bodyPr/>
          <a:lstStyle>
            <a:lvl1pPr>
              <a:buNone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DA4CDA-6B2A-3241-9E95-05DE708ECD08}"/>
              </a:ext>
            </a:extLst>
          </p:cNvPr>
          <p:cNvCxnSpPr/>
          <p:nvPr userDrawn="1"/>
        </p:nvCxnSpPr>
        <p:spPr>
          <a:xfrm>
            <a:off x="1014698" y="1041879"/>
            <a:ext cx="313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50232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A6DA5-7C15-854A-8235-47E571B675FC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89000" y="490538"/>
            <a:ext cx="9912350" cy="503237"/>
          </a:xfrm>
          <a:prstGeom prst="rect">
            <a:avLst/>
          </a:prstGeom>
        </p:spPr>
        <p:txBody>
          <a:bodyPr/>
          <a:lstStyle>
            <a:lvl1pPr>
              <a:buNone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4C8DA2C-DCFF-1645-AEA7-43987E2616A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9410" y="1733552"/>
            <a:ext cx="10303524" cy="4479925"/>
          </a:xfrm>
          <a:prstGeom prst="rect">
            <a:avLst/>
          </a:prstGeom>
        </p:spPr>
        <p:txBody>
          <a:bodyPr wrap="square" lIns="91521">
            <a:noAutofit/>
          </a:bodyPr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Brandon Text Regular" panose="020B0503020203060203" pitchFamily="34" charset="77"/>
                <a:ea typeface="Brandon Text Regular" panose="020B0503020203060203" pitchFamily="34" charset="77"/>
                <a:cs typeface="Brandon Text Regular" panose="020B0503020203060203" pitchFamily="34" charset="77"/>
              </a:defRPr>
            </a:lvl1pPr>
            <a:lvl2pPr marL="457200" indent="0">
              <a:buNone/>
              <a:defRPr sz="1800" b="0" i="0">
                <a:solidFill>
                  <a:srgbClr val="004375"/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2pPr>
            <a:lvl3pPr marL="914400" indent="0">
              <a:buNone/>
              <a:defRPr sz="1600" b="0" i="0">
                <a:solidFill>
                  <a:srgbClr val="85939C"/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3pPr>
            <a:lvl4pPr marL="1371600" indent="0">
              <a:buNone/>
              <a:defRPr sz="1600" b="0" i="0">
                <a:solidFill>
                  <a:srgbClr val="85939C"/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4pPr>
            <a:lvl5pPr marL="1828800" indent="0">
              <a:buNone/>
              <a:defRPr sz="1600" b="0" i="0">
                <a:solidFill>
                  <a:srgbClr val="85939C"/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3FCA832-5996-A44E-B66A-0ABF1CE0A2A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gray">
          <a:xfrm>
            <a:off x="889409" y="1106419"/>
            <a:ext cx="10303525" cy="400109"/>
          </a:xfrm>
          <a:prstGeom prst="rect">
            <a:avLst/>
          </a:prstGeom>
        </p:spPr>
        <p:txBody>
          <a:bodyPr lIns="91521" tIns="45761" rIns="91521" bIns="45761" anchor="t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608" indent="0">
              <a:buNone/>
              <a:defRPr sz="2000" b="1"/>
            </a:lvl2pPr>
            <a:lvl3pPr marL="915216" indent="0">
              <a:buNone/>
              <a:defRPr sz="1900" b="1"/>
            </a:lvl3pPr>
            <a:lvl4pPr marL="1372822" indent="0">
              <a:buNone/>
              <a:defRPr sz="1600" b="1"/>
            </a:lvl4pPr>
            <a:lvl5pPr marL="1830430" indent="0">
              <a:buNone/>
              <a:defRPr sz="1600" b="1"/>
            </a:lvl5pPr>
            <a:lvl6pPr marL="2288038" indent="0">
              <a:buNone/>
              <a:defRPr sz="1600" b="1"/>
            </a:lvl6pPr>
            <a:lvl7pPr marL="2745646" indent="0">
              <a:buNone/>
              <a:defRPr sz="1600" b="1"/>
            </a:lvl7pPr>
            <a:lvl8pPr marL="3203253" indent="0">
              <a:buNone/>
              <a:defRPr sz="1600" b="1"/>
            </a:lvl8pPr>
            <a:lvl9pPr marL="3660861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F855BE-C479-EB43-B533-61979B42863C}"/>
              </a:ext>
            </a:extLst>
          </p:cNvPr>
          <p:cNvCxnSpPr/>
          <p:nvPr userDrawn="1"/>
        </p:nvCxnSpPr>
        <p:spPr>
          <a:xfrm>
            <a:off x="1014698" y="1041879"/>
            <a:ext cx="31320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919398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889409" y="2057814"/>
            <a:ext cx="9762880" cy="2235708"/>
          </a:xfrm>
          <a:prstGeom prst="rect">
            <a:avLst/>
          </a:prstGeom>
        </p:spPr>
        <p:txBody>
          <a:bodyPr lIns="91521" tIns="45761" rIns="91521" bIns="45761" anchor="b">
            <a:noAutofit/>
          </a:bodyPr>
          <a:lstStyle>
            <a:lvl1pPr algn="l">
              <a:lnSpc>
                <a:spcPct val="100000"/>
              </a:lnSpc>
              <a:defRPr sz="4800" b="1" i="0" cap="none" baseline="0">
                <a:solidFill>
                  <a:schemeClr val="tx1"/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1" hasCustomPrompt="1"/>
          </p:nvPr>
        </p:nvSpPr>
        <p:spPr bwMode="gray">
          <a:xfrm>
            <a:off x="889407" y="4582871"/>
            <a:ext cx="9762881" cy="1041439"/>
          </a:xfrm>
          <a:prstGeom prst="rect">
            <a:avLst/>
          </a:prstGeom>
        </p:spPr>
        <p:txBody>
          <a:bodyPr lIns="91521" tIns="45761" rIns="91521" bIns="45761" anchor="t">
            <a:noAutofit/>
          </a:bodyPr>
          <a:lstStyle>
            <a:lvl1pPr marL="0" indent="0">
              <a:buNone/>
              <a:defRPr sz="2600" b="0" i="0" cap="none" baseline="0">
                <a:solidFill>
                  <a:schemeClr val="tx1">
                    <a:lumMod val="65000"/>
                    <a:lumOff val="35000"/>
                  </a:schemeClr>
                </a:solidFill>
                <a:latin typeface="Brandon Text Medium" charset="0"/>
                <a:ea typeface="Brandon Text Medium" charset="0"/>
                <a:cs typeface="Brandon Text Medium" charset="0"/>
              </a:defRPr>
            </a:lvl1pPr>
            <a:lvl2pPr marL="45760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521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282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3043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803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564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20325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6086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4E98B16A-80D5-A545-A008-5A6A1B08B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71B97C2-0A4D-0749-99E4-B9F50A8F2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56336250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F8159C-FC5E-F340-924F-5638356BA3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685" t="42469" r="31301" b="42839"/>
          <a:stretch/>
        </p:blipFill>
        <p:spPr>
          <a:xfrm>
            <a:off x="10821357" y="6244087"/>
            <a:ext cx="1029760" cy="31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22657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DC5B548-8272-E345-B650-B6490F1BA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0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Regular" charset="0"/>
                <a:ea typeface="Brandon Text Regular" charset="0"/>
                <a:cs typeface="Brandon Text Regular" charset="0"/>
              </a:defRPr>
            </a:lvl1pPr>
          </a:lstStyle>
          <a:p>
            <a:r>
              <a:rPr lang="en-CA" dirty="0"/>
              <a:t>Institute for Quantum Computing and Department of Physics &amp; Astronomy, University of Waterloo | Hardware Innovation Lab, 1QBit</a:t>
            </a:r>
            <a:endParaRPr lang="en-CA" b="1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C303AB-7E22-A946-875A-E542ABA23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4490" y="6383374"/>
            <a:ext cx="448654" cy="260809"/>
          </a:xfrm>
          <a:prstGeom prst="rect">
            <a:avLst/>
          </a:prstGeom>
        </p:spPr>
        <p:txBody>
          <a:bodyPr vert="horz" wrap="square" lIns="91521" tIns="45761" rIns="91521" bIns="45761" rtlCol="0" anchor="ctr">
            <a:noAutofit/>
          </a:bodyPr>
          <a:lstStyle>
            <a:lvl1pPr algn="l">
              <a:defRPr lang="en-US" sz="800" b="1" i="0" smtClean="0">
                <a:solidFill>
                  <a:schemeClr val="tx1">
                    <a:lumMod val="50000"/>
                    <a:lumOff val="50000"/>
                  </a:schemeClr>
                </a:solidFill>
                <a:latin typeface="Brandon Text Bold" charset="0"/>
                <a:ea typeface="Brandon Text Bold" charset="0"/>
                <a:cs typeface="Brandon Text Bold" charset="0"/>
              </a:defRPr>
            </a:lvl1pPr>
          </a:lstStyle>
          <a:p>
            <a:fld id="{B071A5F3-A4FF-4CEE-8215-C08835B585C1}" type="slidenum">
              <a:rPr lang="uk-UA" smtClean="0"/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090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0" r:id="rId2"/>
    <p:sldLayoutId id="2147483679" r:id="rId3"/>
    <p:sldLayoutId id="2147483677" r:id="rId4"/>
    <p:sldLayoutId id="2147483681" r:id="rId5"/>
    <p:sldLayoutId id="2147483672" r:id="rId6"/>
    <p:sldLayoutId id="2147483678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emf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6BEC7-3F37-E149-8AD5-5AAAA85EDD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89408" y="2220907"/>
            <a:ext cx="10516529" cy="294129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br>
              <a:rPr lang="en-US" sz="2400" dirty="0"/>
            </a:br>
            <a:r>
              <a:rPr lang="en-US" sz="2400" dirty="0"/>
              <a:t>Pooya Ronagh</a:t>
            </a:r>
            <a:br>
              <a:rPr lang="en-US" sz="1600" dirty="0"/>
            </a:br>
            <a:r>
              <a:rPr lang="en-US" sz="1600" dirty="0"/>
              <a:t>Pr. Quantum System Architecture | Microsoft Quantum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EAB7FF-6D48-484A-94BC-FEF42CE54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409" y="1035513"/>
            <a:ext cx="10388191" cy="925379"/>
          </a:xfrm>
          <a:prstGeom prst="rect">
            <a:avLst/>
          </a:prstGeom>
        </p:spPr>
        <p:txBody>
          <a:bodyPr/>
          <a:lstStyle/>
          <a:p>
            <a:r>
              <a:rPr lang="en-CA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Efficient Quantum PDE Solvers and Gibbs Samplers</a:t>
            </a:r>
            <a:br>
              <a:rPr lang="en-CA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CA" sz="28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 the Continuum via Gevrey Regularity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2606510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530958-4A3E-174F-AE1F-F685FB695D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b="1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b="1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Gibbs Sampling of Periodic Potentials on a Quantum Computer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arXiv:2210.08104</a:t>
            </a:r>
            <a:b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</a:b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with Arsalan Motamedi</a:t>
            </a:r>
            <a:b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</a:b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Proceedings of the 41st International Conference on Machine Learning, PMLR 235:36322-36371, 2024</a:t>
            </a: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b="1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b="1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Breaking the Curse of Dimensionality in Quantum PDE Solvers via Gevrey Regularity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arXiv:2608.07893</a:t>
            </a:r>
            <a:b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</a:b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with Mariia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Sobchuk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Xiaoran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 Li, Grecia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Castelazo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Ala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Shayeghi</a:t>
            </a: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b="1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b="1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Provable Quantum—Classical Separation for Continuous Gibbs Sampling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arXiv:2608.24527</a:t>
            </a:r>
            <a:b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</a:b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with Enrico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Olivucci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Mariia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Sobchuk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Sehmimul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 Hoque, Jeffrey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Hnybida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,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Kyungho</a:t>
            </a: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 W. Kim, Ala </a:t>
            </a:r>
            <a:r>
              <a:rPr lang="en-CA" sz="1800" dirty="0" err="1">
                <a:latin typeface="Brandon Text Regular"/>
                <a:ea typeface="Brandon Text Regular"/>
                <a:cs typeface="Brandon Text Regular"/>
                <a:sym typeface="Brandon Text Regular"/>
              </a:rPr>
              <a:t>Shayeghi</a:t>
            </a: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6E885-9C2D-E947-9BB2-31DAC9546D7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References for this talk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10DE1-E584-2B4A-ABAA-A85926313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2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6E7EB-5596-7FB4-4D64-935DE3BB37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52941029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04AB-A952-CDD0-2BBE-69C58C6E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311E840-61D5-B754-B831-2A30101419D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0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The goal is to linearize the generator and obtain a large linear system: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4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4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Problem: Grid cells have to be as small as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1/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𝜖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Solution: Hope for a “smooth” behaviour and use</a:t>
                </a:r>
                <a:b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</a:b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planewave basis (i.e., move to the Fourier domain).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311E840-61D5-B754-B831-2A3010141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41B3E-0C33-1A21-1DAB-C0F4B13D7684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Motivation: solving general linear PDEs on quantum computer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E316A-B0B8-DAF7-547C-79D8CF688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3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C3C8E2-B8FB-5CD6-CCB9-2883D9EBF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858072-C4A5-2011-60B0-871D649CE76A}"/>
              </a:ext>
            </a:extLst>
          </p:cNvPr>
          <p:cNvGrpSpPr/>
          <p:nvPr/>
        </p:nvGrpSpPr>
        <p:grpSpPr>
          <a:xfrm>
            <a:off x="1043562" y="3184445"/>
            <a:ext cx="6207306" cy="1051328"/>
            <a:chOff x="2502035" y="2894181"/>
            <a:chExt cx="6207306" cy="105132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9799F25-8DBC-7D08-CF38-483B856E6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02035" y="2894181"/>
              <a:ext cx="2750084" cy="105132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2A1430-92E1-DD32-00BE-D2E6A9DEA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2395" y="2950499"/>
              <a:ext cx="2916946" cy="796596"/>
            </a:xfrm>
            <a:prstGeom prst="rect">
              <a:avLst/>
            </a:prstGeom>
          </p:spPr>
        </p:pic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33B1CD57-5DC6-2283-FE2E-F4F9C067E273}"/>
                </a:ext>
              </a:extLst>
            </p:cNvPr>
            <p:cNvSpPr/>
            <p:nvPr/>
          </p:nvSpPr>
          <p:spPr>
            <a:xfrm>
              <a:off x="5239660" y="3229626"/>
              <a:ext cx="565195" cy="238342"/>
            </a:xfrm>
            <a:prstGeom prst="rightArrow">
              <a:avLst/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8AC2821-4B49-5783-11E1-FB37722E7D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829" t="10385" r="9787" b="33714"/>
          <a:stretch>
            <a:fillRect/>
          </a:stretch>
        </p:blipFill>
        <p:spPr>
          <a:xfrm>
            <a:off x="7429873" y="2997646"/>
            <a:ext cx="3762651" cy="29883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22A932-F567-F4A8-138F-7F83401D2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809" y="1411775"/>
            <a:ext cx="3794732" cy="105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331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EC20-84E4-14C6-F447-788DB66BB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80521E-C36F-C916-0976-FE9EC5331E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What we wish to do:</a:t>
            </a: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6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6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What we can actually do:</a:t>
            </a: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8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The burning question: How bad is the truncation error?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CBC40-4C72-0B82-99A7-DDC4583FCF20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Motivation: solving general linear PDEs on quantum computer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A933E-15BD-07BC-5326-42DA61DEB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4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3E8C6-0F05-52B2-B893-0DCDDC4E3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D468CA-0A5A-5CFC-6404-9AA7456A6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589" y="1963579"/>
            <a:ext cx="5688820" cy="7762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FB1BE0-41E4-0B42-BC02-4C907BF2D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318" y="3153570"/>
            <a:ext cx="6053362" cy="13230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B0A461-0F96-2A6D-1DD2-1C62BDF68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4930" y="5110374"/>
            <a:ext cx="3042139" cy="84380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E6AD186-861D-7156-3326-9F3028359602}"/>
              </a:ext>
            </a:extLst>
          </p:cNvPr>
          <p:cNvSpPr txBox="1"/>
          <p:nvPr/>
        </p:nvSpPr>
        <p:spPr>
          <a:xfrm>
            <a:off x="9815830" y="4978278"/>
            <a:ext cx="9855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33891896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530958-4A3E-174F-AE1F-F685FB695D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0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6E885-9C2D-E947-9BB2-31DAC9546D7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A Fourier analytic crash course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10DE1-E584-2B4A-ABAA-A85926313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5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7687D2-AE3F-496F-C30D-0473A155C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D049F5-F4DA-1A60-DF2D-7C722E905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48" y="1330356"/>
            <a:ext cx="9254301" cy="723264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72F0E3FD-2FAD-079A-3AFD-C55005197AED}"/>
              </a:ext>
            </a:extLst>
          </p:cNvPr>
          <p:cNvGrpSpPr/>
          <p:nvPr/>
        </p:nvGrpSpPr>
        <p:grpSpPr>
          <a:xfrm>
            <a:off x="1052732" y="2352330"/>
            <a:ext cx="10086536" cy="4225870"/>
            <a:chOff x="1052732" y="2352330"/>
            <a:chExt cx="10086536" cy="422587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002A03-2F9E-8C3B-1699-1ADEFC199C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39" t="1399" r="653" b="2214"/>
            <a:stretch>
              <a:fillRect/>
            </a:stretch>
          </p:blipFill>
          <p:spPr>
            <a:xfrm>
              <a:off x="1052732" y="2352330"/>
              <a:ext cx="10086536" cy="391802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FB1607-4749-046B-25B0-A527A6000024}"/>
                </a:ext>
              </a:extLst>
            </p:cNvPr>
            <p:cNvSpPr txBox="1"/>
            <p:nvPr/>
          </p:nvSpPr>
          <p:spPr>
            <a:xfrm>
              <a:off x="4982424" y="6208868"/>
              <a:ext cx="22271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periodic functions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12531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32B04-44E7-1A22-4739-5FDF95DA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28DC37-9FE4-FE6F-1B9A-C304BB196E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0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A1AC1-6049-F00C-C0F2-16309FF7852E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A Fourier analytic crash course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9A2CE-73D0-7E4F-D162-39E20742B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6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F0F79-3282-B359-A17B-9C5870348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2CAAB8-C390-F3DF-41DB-1ECB5A82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13" y="1145394"/>
            <a:ext cx="9436295" cy="1093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E9D15-6558-E9E0-5387-42DA1856D3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9" t="1399" r="653" b="2214"/>
          <a:stretch>
            <a:fillRect/>
          </a:stretch>
        </p:blipFill>
        <p:spPr>
          <a:xfrm>
            <a:off x="1052732" y="2352330"/>
            <a:ext cx="10086536" cy="391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16458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60858-8FD8-95A2-DA98-7004CF41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C96E01-2B11-EEBA-5642-E4BCFDD2D2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0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A682E-0E81-E248-A28D-F3CE82F6FD60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A Fourier analytic crash course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B7530-B2D9-E3F4-34AE-9006F3383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7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77A09-4E95-6F40-A7F8-9F1DF1B40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C587690-365D-9C72-C4D2-F75C08C43312}"/>
              </a:ext>
            </a:extLst>
          </p:cNvPr>
          <p:cNvGrpSpPr/>
          <p:nvPr/>
        </p:nvGrpSpPr>
        <p:grpSpPr>
          <a:xfrm>
            <a:off x="596360" y="2123539"/>
            <a:ext cx="10850730" cy="4009657"/>
            <a:chOff x="999475" y="2296790"/>
            <a:chExt cx="10850730" cy="400965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D229308-E225-D316-DF27-7856FBB14DB8}"/>
                </a:ext>
              </a:extLst>
            </p:cNvPr>
            <p:cNvGrpSpPr/>
            <p:nvPr/>
          </p:nvGrpSpPr>
          <p:grpSpPr>
            <a:xfrm>
              <a:off x="999475" y="2496952"/>
              <a:ext cx="10037913" cy="3809495"/>
              <a:chOff x="999475" y="2496952"/>
              <a:chExt cx="10037913" cy="380949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8E67AFC-B6C3-34CF-F9DA-60F33A147AE1}"/>
                  </a:ext>
                </a:extLst>
              </p:cNvPr>
              <p:cNvGrpSpPr/>
              <p:nvPr/>
            </p:nvGrpSpPr>
            <p:grpSpPr>
              <a:xfrm>
                <a:off x="999475" y="2496952"/>
                <a:ext cx="10037913" cy="3809495"/>
                <a:chOff x="999475" y="2460856"/>
                <a:chExt cx="10037913" cy="3809495"/>
              </a:xfrm>
            </p:grpSpPr>
            <p:grpSp>
              <p:nvGrpSpPr>
                <p:cNvPr id="35" name="Group 34">
                  <a:extLst>
                    <a:ext uri="{FF2B5EF4-FFF2-40B4-BE49-F238E27FC236}">
                      <a16:creationId xmlns:a16="http://schemas.microsoft.com/office/drawing/2014/main" id="{F83612A3-9E3A-A42E-1030-A6772CC6670D}"/>
                    </a:ext>
                  </a:extLst>
                </p:cNvPr>
                <p:cNvGrpSpPr/>
                <p:nvPr/>
              </p:nvGrpSpPr>
              <p:grpSpPr>
                <a:xfrm>
                  <a:off x="999475" y="2460856"/>
                  <a:ext cx="9946765" cy="2995905"/>
                  <a:chOff x="999475" y="2460856"/>
                  <a:chExt cx="9946765" cy="2995905"/>
                </a:xfrm>
              </p:grpSpPr>
              <p:pic>
                <p:nvPicPr>
                  <p:cNvPr id="34" name="Picture 33">
                    <a:extLst>
                      <a:ext uri="{FF2B5EF4-FFF2-40B4-BE49-F238E27FC236}">
                        <a16:creationId xmlns:a16="http://schemas.microsoft.com/office/drawing/2014/main" id="{29936610-E7C7-F77B-E58B-F01C21ED69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99475" y="4939493"/>
                    <a:ext cx="9946765" cy="457200"/>
                  </a:xfrm>
                  <a:prstGeom prst="rect">
                    <a:avLst/>
                  </a:prstGeom>
                </p:spPr>
              </p:pic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0DA464A0-6E0C-82CC-A89C-C0BA7F9CD688}"/>
                      </a:ext>
                    </a:extLst>
                  </p:cNvPr>
                  <p:cNvGrpSpPr/>
                  <p:nvPr/>
                </p:nvGrpSpPr>
                <p:grpSpPr>
                  <a:xfrm>
                    <a:off x="1459275" y="2460856"/>
                    <a:ext cx="4733295" cy="2995905"/>
                    <a:chOff x="1459275" y="2460856"/>
                    <a:chExt cx="4733295" cy="2995905"/>
                  </a:xfrm>
                </p:grpSpPr>
                <p:pic>
                  <p:nvPicPr>
                    <p:cNvPr id="12" name="Picture 11">
                      <a:extLst>
                        <a:ext uri="{FF2B5EF4-FFF2-40B4-BE49-F238E27FC236}">
                          <a16:creationId xmlns:a16="http://schemas.microsoft.com/office/drawing/2014/main" id="{D4B368DA-23DF-5D74-BE37-29943D6089E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rcRect t="6821" r="6131" b="12269"/>
                    <a:stretch>
                      <a:fillRect/>
                    </a:stretch>
                  </p:blipFill>
                  <p:spPr>
                    <a:xfrm>
                      <a:off x="1459275" y="2494108"/>
                      <a:ext cx="4604725" cy="2935838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14" name="Straight Arrow Connector 13">
                      <a:extLst>
                        <a:ext uri="{FF2B5EF4-FFF2-40B4-BE49-F238E27FC236}">
                          <a16:creationId xmlns:a16="http://schemas.microsoft.com/office/drawing/2014/main" id="{D14969CB-6CA8-4BFA-8B01-543B4C3290C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765785" y="2460856"/>
                      <a:ext cx="0" cy="2995905"/>
                    </a:xfrm>
                    <a:prstGeom prst="straightConnector1">
                      <a:avLst/>
                    </a:prstGeom>
                    <a:ln w="47625"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" name="Straight Arrow Connector 14">
                      <a:extLst>
                        <a:ext uri="{FF2B5EF4-FFF2-40B4-BE49-F238E27FC236}">
                          <a16:creationId xmlns:a16="http://schemas.microsoft.com/office/drawing/2014/main" id="{E6959B2E-59AB-31DF-A71F-BD1D425D9D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459279" y="4098990"/>
                      <a:ext cx="4733291" cy="0"/>
                    </a:xfrm>
                    <a:prstGeom prst="straightConnector1">
                      <a:avLst/>
                    </a:prstGeom>
                    <a:ln w="47625"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E822354F-4569-DFB0-59E9-6EF55F3604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352985" y="3791440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FED8F127-A4FA-4A26-72D6-E8F6D629A9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565351" y="3791439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71A19A9B-DC3C-F499-923F-7E8872DF8A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05744" y="3794659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14BCCF2E-4947-A4BA-9349-5C205180E3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17366" y="4834833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981377FB-C243-46B9-8EB4-0B5BF66F953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352985" y="4826908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3" name="Oval 22">
                      <a:extLst>
                        <a:ext uri="{FF2B5EF4-FFF2-40B4-BE49-F238E27FC236}">
                          <a16:creationId xmlns:a16="http://schemas.microsoft.com/office/drawing/2014/main" id="{37172EB8-EFB0-7049-898C-243252969C1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542105" y="4804598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4" name="Oval 23">
                      <a:extLst>
                        <a:ext uri="{FF2B5EF4-FFF2-40B4-BE49-F238E27FC236}">
                          <a16:creationId xmlns:a16="http://schemas.microsoft.com/office/drawing/2014/main" id="{0F1584A7-0B52-6331-194B-ACE9962FABA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4542104" y="2832262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5" name="Oval 24">
                      <a:extLst>
                        <a:ext uri="{FF2B5EF4-FFF2-40B4-BE49-F238E27FC236}">
                          <a16:creationId xmlns:a16="http://schemas.microsoft.com/office/drawing/2014/main" id="{52FA1C86-1E96-AE58-8454-180B405F5B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3352984" y="2832261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8A9D870F-6E0D-C27B-9719-E7A89F96A00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2205744" y="2837734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1BCDFA3B-1CA7-4189-8063-48715AB4CEB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710756" y="3791437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1" name="Oval 30">
                      <a:extLst>
                        <a:ext uri="{FF2B5EF4-FFF2-40B4-BE49-F238E27FC236}">
                          <a16:creationId xmlns:a16="http://schemas.microsoft.com/office/drawing/2014/main" id="{F979891B-95AB-2002-9C1E-0FE2F1D388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687510" y="4804596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6770FC1E-0323-AEA6-5EE9-749A18FA52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5687509" y="2832260"/>
                      <a:ext cx="66961" cy="66961"/>
                    </a:xfrm>
                    <a:prstGeom prst="ellipse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/>
                    </a:p>
                  </p:txBody>
                </p:sp>
              </p:grpSp>
            </p:grpSp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48198C9B-8F62-686A-73D4-562E5C6F8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90623" y="5971486"/>
                  <a:ext cx="9946765" cy="298865"/>
                </a:xfrm>
                <a:prstGeom prst="rect">
                  <a:avLst/>
                </a:prstGeom>
              </p:spPr>
            </p:pic>
          </p:grp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5AF91A8-5DB8-0322-F09F-9D5D75A62BA6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 flipV="1">
                <a:off x="3386463" y="3827536"/>
                <a:ext cx="3" cy="307550"/>
              </a:xfrm>
              <a:prstGeom prst="straightConnector1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2F723CD-4E29-E3D6-FFBD-C4CEC3F92C6B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 flipV="1">
                <a:off x="4598832" y="3827535"/>
                <a:ext cx="0" cy="307551"/>
              </a:xfrm>
              <a:prstGeom prst="straightConnector1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E4A1948-CA67-71D4-9E5D-1C9767749E26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 flipV="1">
                <a:off x="5744236" y="3827533"/>
                <a:ext cx="1" cy="307553"/>
              </a:xfrm>
              <a:prstGeom prst="straightConnector1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63A6E8AA-6D2E-BE2F-8136-711552F8608D}"/>
                  </a:ext>
                </a:extLst>
              </p:cNvPr>
              <p:cNvCxnSpPr>
                <a:cxnSpLocks/>
                <a:endCxn id="20" idx="0"/>
              </p:cNvCxnSpPr>
              <p:nvPr/>
            </p:nvCxnSpPr>
            <p:spPr>
              <a:xfrm flipV="1">
                <a:off x="2239224" y="3830755"/>
                <a:ext cx="1" cy="304331"/>
              </a:xfrm>
              <a:prstGeom prst="straightConnector1">
                <a:avLst/>
              </a:prstGeom>
              <a:ln>
                <a:prstDash val="sysDot"/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73867E69-D732-A076-4FB1-2248536F98F0}"/>
                      </a:ext>
                    </a:extLst>
                  </p:cNvPr>
                  <p:cNvSpPr txBox="1"/>
                  <p:nvPr/>
                </p:nvSpPr>
                <p:spPr>
                  <a:xfrm>
                    <a:off x="3274125" y="4207446"/>
                    <a:ext cx="224677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73867E69-D732-A076-4FB1-2248536F98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4125" y="4207446"/>
                    <a:ext cx="224677" cy="1692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ED9DFC3-CBC2-F10D-949F-03B4FBC1B280}"/>
                      </a:ext>
                    </a:extLst>
                  </p:cNvPr>
                  <p:cNvSpPr txBox="1"/>
                  <p:nvPr/>
                </p:nvSpPr>
                <p:spPr>
                  <a:xfrm>
                    <a:off x="4159641" y="4207447"/>
                    <a:ext cx="1294269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+(2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+1)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EED9DFC3-CBC2-F10D-949F-03B4FBC1B2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59641" y="4207447"/>
                    <a:ext cx="1294269" cy="1692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6699289-5E6F-56D9-1DD9-AEBC85459E91}"/>
                      </a:ext>
                    </a:extLst>
                  </p:cNvPr>
                  <p:cNvSpPr txBox="1"/>
                  <p:nvPr/>
                </p:nvSpPr>
                <p:spPr>
                  <a:xfrm>
                    <a:off x="5219677" y="4195161"/>
                    <a:ext cx="1509095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1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100" i="1" smtClean="0">
                              <a:latin typeface="Cambria Math" panose="02040503050406030204" pitchFamily="18" charset="0"/>
                            </a:rPr>
                            <m:t>+2(2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+1)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26699289-5E6F-56D9-1DD9-AEBC85459E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9677" y="4195161"/>
                    <a:ext cx="1509095" cy="1692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A73B4107-1903-91EF-B71E-6DDE44AED585}"/>
                      </a:ext>
                    </a:extLst>
                  </p:cNvPr>
                  <p:cNvSpPr txBox="1"/>
                  <p:nvPr/>
                </p:nvSpPr>
                <p:spPr>
                  <a:xfrm>
                    <a:off x="1881878" y="4221649"/>
                    <a:ext cx="1294269" cy="1692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11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+1)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A73B4107-1903-91EF-B71E-6DDE44AED5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81878" y="4221649"/>
                    <a:ext cx="1294269" cy="1692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3048F7D-028E-2175-132D-49DDFD1FA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31117" y="2296790"/>
              <a:ext cx="5219088" cy="354388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5132BD2-86C5-FC79-7C27-89EF0E328C4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039" t="78196" r="653" b="4773"/>
          <a:stretch>
            <a:fillRect/>
          </a:stretch>
        </p:blipFill>
        <p:spPr>
          <a:xfrm>
            <a:off x="1052732" y="5474067"/>
            <a:ext cx="10086536" cy="692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D276F3-E122-B472-2DC4-1AF535FF1F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2613" y="1145394"/>
            <a:ext cx="9436295" cy="109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15619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F68D7-176E-5927-20DB-4B36F1D4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2BB84D3-1551-30D2-99CA-55915AF0BF0A}"/>
              </a:ext>
            </a:extLst>
          </p:cNvPr>
          <p:cNvGrpSpPr/>
          <p:nvPr/>
        </p:nvGrpSpPr>
        <p:grpSpPr>
          <a:xfrm>
            <a:off x="3151401" y="4570936"/>
            <a:ext cx="4757628" cy="1823508"/>
            <a:chOff x="3151401" y="4570936"/>
            <a:chExt cx="4757628" cy="182350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ABC13AB-47E3-CBD3-8510-911F0A86A079}"/>
                </a:ext>
              </a:extLst>
            </p:cNvPr>
            <p:cNvGrpSpPr/>
            <p:nvPr/>
          </p:nvGrpSpPr>
          <p:grpSpPr>
            <a:xfrm>
              <a:off x="3151401" y="4570936"/>
              <a:ext cx="4757628" cy="1823508"/>
              <a:chOff x="4220540" y="4743978"/>
              <a:chExt cx="4757628" cy="1823508"/>
            </a:xfrm>
          </p:grpSpPr>
          <p:pic>
            <p:nvPicPr>
              <p:cNvPr id="8" name="Picture 7" descr="A blue and white graph&#10;&#10;AI-generated content may be incorrect.">
                <a:extLst>
                  <a:ext uri="{FF2B5EF4-FFF2-40B4-BE49-F238E27FC236}">
                    <a16:creationId xmlns:a16="http://schemas.microsoft.com/office/drawing/2014/main" id="{97E92385-C274-B4CC-A2DA-A288ABC1E6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469" t="40360" r="5447" b="6699"/>
              <a:stretch>
                <a:fillRect/>
              </a:stretch>
            </p:blipFill>
            <p:spPr>
              <a:xfrm>
                <a:off x="4220540" y="4743978"/>
                <a:ext cx="4757628" cy="1823508"/>
              </a:xfrm>
              <a:prstGeom prst="rect">
                <a:avLst/>
              </a:prstGeom>
            </p:spPr>
          </p:pic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5D26DBDF-7471-B000-3D73-3520084CC470}"/>
                  </a:ext>
                </a:extLst>
              </p:cNvPr>
              <p:cNvCxnSpPr/>
              <p:nvPr/>
            </p:nvCxnSpPr>
            <p:spPr>
              <a:xfrm>
                <a:off x="4645351" y="6188637"/>
                <a:ext cx="3968045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52BC3CA-1685-BEF8-364D-7695976D69F3}"/>
                </a:ext>
              </a:extLst>
            </p:cNvPr>
            <p:cNvCxnSpPr>
              <a:cxnSpLocks/>
              <a:endCxn id="8" idx="0"/>
            </p:cNvCxnSpPr>
            <p:nvPr/>
          </p:nvCxnSpPr>
          <p:spPr>
            <a:xfrm flipV="1">
              <a:off x="5530215" y="4570936"/>
              <a:ext cx="0" cy="14446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CBEBE24-FD2A-A562-48ED-731745CC1C5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Motamedi-R 2024: High precision can be achieved in quantum PDE solvers, if the solution to the PDE is </a:t>
                </a:r>
                <a:r>
                  <a:rPr lang="en-CA" sz="1800" b="1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periodic</a:t>
                </a: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and </a:t>
                </a:r>
                <a:r>
                  <a:rPr lang="en-CA" sz="1800" b="1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analytic.</a:t>
                </a: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That is, the query complexity of the algorithm is in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(</m:t>
                    </m:r>
                    <m:r>
                      <m:rPr>
                        <m:sty m:val="p"/>
                      </m:rPr>
                      <a:rPr lang="en-CA" sz="1800" b="0" i="0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polylog</m:t>
                    </m:r>
                    <m:d>
                      <m:d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1/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𝜖</m:t>
                        </m:r>
                      </m:e>
                    </m:d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)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4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Analytic functions                                                                     ⇒ Exponentially fast decay of Fourier coefficients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But analyticity is quite limiting.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CCBEBE24-FD2A-A562-48ED-731745CC1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837A2-64E0-7410-0F4E-CBACC795409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What does analyticity have to do with qubit / gate count?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B9261-EAFA-C98A-0485-728575FEC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8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63EC4-8B65-C743-DE87-FDB999E0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C0657E4-EA67-3234-59C1-C0A3126BC6E8}"/>
              </a:ext>
            </a:extLst>
          </p:cNvPr>
          <p:cNvGrpSpPr/>
          <p:nvPr/>
        </p:nvGrpSpPr>
        <p:grpSpPr>
          <a:xfrm>
            <a:off x="816722" y="3040873"/>
            <a:ext cx="10704718" cy="1444041"/>
            <a:chOff x="816722" y="3040873"/>
            <a:chExt cx="10704718" cy="144404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25E26FB-5389-D17C-8885-D81AD39773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209" t="57308" r="782" b="32455"/>
            <a:stretch>
              <a:fillRect/>
            </a:stretch>
          </p:blipFill>
          <p:spPr>
            <a:xfrm>
              <a:off x="816722" y="3866606"/>
              <a:ext cx="10704718" cy="61830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B55E9EB-127A-4588-CF7E-D67E92A54F6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209" t="1531" r="782" b="85517"/>
            <a:stretch>
              <a:fillRect/>
            </a:stretch>
          </p:blipFill>
          <p:spPr>
            <a:xfrm>
              <a:off x="816722" y="3040873"/>
              <a:ext cx="10704718" cy="782201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5FD0F2D-D0E0-9B00-9DCC-1AE8CC292F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384" y="4664875"/>
            <a:ext cx="3818140" cy="9272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0CC585-7ED2-0383-D52A-1C334276B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8309" y="2154958"/>
            <a:ext cx="3268395" cy="70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2193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269A-A31A-92BD-01D3-9C9311B4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07BA5-AB25-ABD8-544B-C258361C635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More smoothness = Faster decay of spectrum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5663D-0F4A-FE27-C7CF-95C61EDDF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9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AA986-C1FE-8669-1F94-ED2DD95DA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78DAE-E06A-AB3A-050E-454D172DF7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9" t="1531" r="782" b="1407"/>
          <a:stretch>
            <a:fillRect/>
          </a:stretch>
        </p:blipFill>
        <p:spPr>
          <a:xfrm>
            <a:off x="816722" y="497959"/>
            <a:ext cx="10704718" cy="58620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B133A0-40B2-DA21-F50F-BA47FBC7ED4A}"/>
              </a:ext>
            </a:extLst>
          </p:cNvPr>
          <p:cNvSpPr/>
          <p:nvPr/>
        </p:nvSpPr>
        <p:spPr>
          <a:xfrm>
            <a:off x="816722" y="3252355"/>
            <a:ext cx="10704718" cy="654627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986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C818-F320-75D2-A142-0C1A3002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924D447-86F2-8A1B-C6E3-65472369D713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RSLCS26: We show that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which means that for s-Gevrey functions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provided choosing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𝑁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≥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sz="1800" b="0" i="1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en-CA" sz="1800" b="0" i="1" smtClean="0">
                                        <a:latin typeface="Cambria Math" panose="02040503050406030204" pitchFamily="18" charset="0"/>
                                        <a:ea typeface="Brandon Text Regular"/>
                                        <a:cs typeface="Brandon Text Regular"/>
                                        <a:sym typeface="Brandon Text Regular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  <a:ea typeface="Brandon Text Regular"/>
                                        <a:cs typeface="Brandon Text Regular"/>
                                        <a:sym typeface="Brandon Text Regular"/>
                                      </a:rPr>
                                      <m:t>𝑑</m:t>
                                    </m:r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  <a:ea typeface="Brandon Text Regular"/>
                                        <a:cs typeface="Brandon Text Regular"/>
                                        <a:sym typeface="Brandon Text Regular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Brandon Text Regular"/>
                                            <a:cs typeface="Brandon Text Regular"/>
                                            <a:sym typeface="Brandon Text Regular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800" b="0" i="1" smtClean="0">
                                            <a:latin typeface="Cambria Math" panose="02040503050406030204" pitchFamily="18" charset="0"/>
                                            <a:ea typeface="Brandon Text Regular"/>
                                            <a:cs typeface="Brandon Text Regular"/>
                                            <a:sym typeface="Brandon Text Regular"/>
                                          </a:rPr>
                                          <m:t>𝛼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CA" sz="1800" b="0" i="1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CA" sz="1800" b="0" i="1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924D447-86F2-8A1B-C6E3-65472369D7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BC53B-BFCD-355B-2577-620E2A89B713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Gevrey regularity and the answer to our burning question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7DB17-DEDB-7693-F0A0-BE3ECB9ADA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10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CEE49-02C7-9AD4-C2BD-6965986FC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CF9D3-9ABD-7959-A38E-2BBC90E36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059" y="1240037"/>
            <a:ext cx="5270601" cy="2973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E30D95-16EE-78E3-93C4-AAAD8AED0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63" y="4440088"/>
            <a:ext cx="5399143" cy="14446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4A748B-50B7-537D-D349-315B34E7E694}"/>
              </a:ext>
            </a:extLst>
          </p:cNvPr>
          <p:cNvSpPr txBox="1"/>
          <p:nvPr/>
        </p:nvSpPr>
        <p:spPr>
          <a:xfrm>
            <a:off x="10488453" y="3445216"/>
            <a:ext cx="8553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dirty="0"/>
              <a:t>🔥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C65DEC5-E1CC-5A93-ACB4-99A541300834}"/>
              </a:ext>
            </a:extLst>
          </p:cNvPr>
          <p:cNvGrpSpPr/>
          <p:nvPr/>
        </p:nvGrpSpPr>
        <p:grpSpPr>
          <a:xfrm>
            <a:off x="1133288" y="1699580"/>
            <a:ext cx="4775375" cy="1481998"/>
            <a:chOff x="1133288" y="1699580"/>
            <a:chExt cx="4775375" cy="1481998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8554731-24F1-AAEE-AD97-C33CB6E5E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10782" y="2439169"/>
              <a:ext cx="2842480" cy="74240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C292305-CF17-021B-22F7-D40D568AD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33288" y="1699580"/>
              <a:ext cx="4775375" cy="676544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964C7AB-348E-CCE7-57BA-1ECB1EC0FBA2}"/>
              </a:ext>
            </a:extLst>
          </p:cNvPr>
          <p:cNvGrpSpPr/>
          <p:nvPr/>
        </p:nvGrpSpPr>
        <p:grpSpPr>
          <a:xfrm>
            <a:off x="1142714" y="3727424"/>
            <a:ext cx="4539789" cy="1474986"/>
            <a:chOff x="1142714" y="3727424"/>
            <a:chExt cx="4539789" cy="147498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2BF46AE-519C-F3A8-E5CF-004B7F432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72281" y="4347491"/>
              <a:ext cx="3210222" cy="854919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7D6F88F-B17E-9229-63CA-65FDEEBF5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42714" y="3727424"/>
              <a:ext cx="4539789" cy="7424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637204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5C31-DD7B-34C5-8FAB-75BA94FA9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39E4CF1-5C93-F116-7D45-AE0F9838C4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5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 marL="0" indent="0">
              <a:lnSpc>
                <a:spcPct val="130000"/>
              </a:lnSpc>
              <a:buNone/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9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RSLCS26: If u is s-Gevrey and periodic then QLSA solves the problem using</a:t>
            </a: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9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Total gate count:</a:t>
            </a: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4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endParaRPr lang="en-CA" sz="1800" dirty="0">
              <a:latin typeface="Brandon Text Regular"/>
              <a:ea typeface="Brandon Text Regular"/>
              <a:cs typeface="Brandon Text Regular"/>
              <a:sym typeface="Brandon Text Regular"/>
            </a:endParaRPr>
          </a:p>
          <a:p>
            <a:pPr>
              <a:lnSpc>
                <a:spcPct val="130000"/>
              </a:lnSpc>
              <a:defRPr sz="1500">
                <a:solidFill>
                  <a:srgbClr val="3B3838"/>
                </a:solidFill>
                <a:latin typeface="Brandon Text Bold"/>
                <a:ea typeface="Brandon Text Bold"/>
                <a:cs typeface="Brandon Text Bold"/>
                <a:sym typeface="Brandon Text Bold"/>
              </a:defRPr>
            </a:pPr>
            <a:r>
              <a:rPr lang="en-CA" sz="1900" dirty="0">
                <a:latin typeface="Brandon Text Regular"/>
                <a:ea typeface="Brandon Text Regular"/>
                <a:cs typeface="Brandon Text Regular"/>
                <a:sym typeface="Brandon Text Regular"/>
              </a:rPr>
              <a:t>Total qubit count: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AB225-3685-BA88-A750-EBA45FA3109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Back to solving the general linear PDE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7CE99-D09B-4189-DE08-A49F4DC52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11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8F825-2980-FC06-C1CD-48289FDCC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A21EE-7B2E-F8BF-A12A-5BDCDCF6F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895" y="4858856"/>
            <a:ext cx="3088087" cy="5054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11CC2-ADF9-987A-C742-687C9819E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09" y="1411775"/>
            <a:ext cx="3794732" cy="1051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021272-B829-6319-F0E8-4A93C9D4A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361" y="3335478"/>
            <a:ext cx="8451227" cy="124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77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9416-E54E-A59D-C538-BAEE1BB9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C50CA6-455C-C96A-0104-52D01C1098DC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Block encoding of the approximate differentials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776E6-E402-F080-EF9A-ACAA801A0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12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BDFC7-7236-470C-0570-53F37DB1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5DB969-A3CF-107C-C712-FB693974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9" y="1447135"/>
            <a:ext cx="11245810" cy="3870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3A6611-D168-6896-E016-52460CA25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624" y="5351847"/>
            <a:ext cx="5540521" cy="6934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4F8F2A-8526-60F8-9EBA-6121410B3694}"/>
                  </a:ext>
                </a:extLst>
              </p:cNvPr>
              <p:cNvSpPr txBox="1"/>
              <p:nvPr/>
            </p:nvSpPr>
            <p:spPr>
              <a:xfrm>
                <a:off x="7616009" y="5398984"/>
                <a:ext cx="376633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unc>
                      <m:funcPr>
                        <m:ctrlPr>
                          <a:rPr lang="en-CA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Brandon Text Regular" panose="020B0503020203060203" pitchFamily="34" charset="77"/>
                  </a:rPr>
                  <a:t> elementary gates</a:t>
                </a:r>
                <a:br>
                  <a:rPr lang="en-US" dirty="0">
                    <a:latin typeface="Brandon Text Regular" panose="020B0503020203060203" pitchFamily="34" charset="77"/>
                  </a:rPr>
                </a:b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CA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latin typeface="Brandon Text Regular" panose="020B0503020203060203" pitchFamily="34" charset="77"/>
                  </a:rPr>
                  <a:t> qubits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4F8F2A-8526-60F8-9EBA-6121410B3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009" y="5398984"/>
                <a:ext cx="3766336" cy="646331"/>
              </a:xfrm>
              <a:prstGeom prst="rect">
                <a:avLst/>
              </a:prstGeom>
              <a:blipFill>
                <a:blip r:embed="rId4"/>
                <a:stretch>
                  <a:fillRect t="-576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20500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6023D-4135-D111-1CC0-30E6D909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715BF1-7CD8-9A9D-EF9D-8E81241E96C5}"/>
                  </a:ext>
                </a:extLst>
              </p:cNvPr>
              <p:cNvSpPr>
                <a:spLocks noGrp="1"/>
              </p:cNvSpPr>
              <p:nvPr>
                <p:ph type="body" idx="11"/>
              </p:nvPr>
            </p:nvSpPr>
            <p:spPr/>
            <p:txBody>
              <a:bodyPr/>
              <a:lstStyle/>
              <a:p>
                <a:r>
                  <a:rPr lang="en-CA" dirty="0"/>
                  <a:t>Block encoding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𝕃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715BF1-7CD8-9A9D-EF9D-8E81241E9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1"/>
              </p:nvPr>
            </p:nvSpPr>
            <p:spPr>
              <a:blipFill>
                <a:blip r:embed="rId2"/>
                <a:stretch>
                  <a:fillRect l="-1280" t="-19512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52AD0-D808-4AF4-3C64-4BD8F8523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13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AEEE73-8A2E-D7FB-A54D-130C1691C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32557-AEED-CE9A-82A0-9A045E421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52" y="1477168"/>
            <a:ext cx="11282096" cy="390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903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99D7-1F46-E8CA-1A6A-E88AB444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34B3-F9B5-6411-5479-8470FE6A2FE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Breaking the curse of dimensionality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6BDED-53FE-5FD6-462F-7FB4374C8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14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E3436-8E0C-9EC5-09EE-138FA0FEA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E8F7B4-808F-EE67-2EF4-147021043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72" y="1174821"/>
            <a:ext cx="9787056" cy="5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777511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D09C-71B3-DED6-0D2E-7A5B5458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F7FE07F-0C9A-D25A-5702-69B21AFD9965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5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6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5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Challenge: The solution wavefunction is cuspidal (Kato cusps).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7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Common practice:  </a:t>
                </a: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Analytic solution with radius of convergence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∝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𝛾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Total gate count: 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3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Total qubit count: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F7FE07F-0C9A-D25A-5702-69B21AFD99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8641B-3042-C8E8-63C7-F0089D2CD45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Application 1: Atomistic simulation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4DA9FD-73D4-1E46-37AA-0C64B1177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15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C6D1B-8035-9EF8-CE34-11C066466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CE2075-619C-161A-89C2-C30594E4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35" y="1307196"/>
            <a:ext cx="9525730" cy="11558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3F4749-6A4A-1F2F-8313-ED0BE01A0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762" y="579230"/>
            <a:ext cx="1570396" cy="3458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B8A82D-05D8-C641-CAF1-2DCA7080E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8932" y="2966133"/>
            <a:ext cx="6239933" cy="11323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AEB53F8-5AB9-8625-3283-9B3061B57A5D}"/>
              </a:ext>
            </a:extLst>
          </p:cNvPr>
          <p:cNvGrpSpPr/>
          <p:nvPr/>
        </p:nvGrpSpPr>
        <p:grpSpPr>
          <a:xfrm>
            <a:off x="6201484" y="4450320"/>
            <a:ext cx="4657381" cy="1722947"/>
            <a:chOff x="6201484" y="4450320"/>
            <a:chExt cx="4657381" cy="172294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53E9B1-3BCB-5624-82CF-A7AF223CD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01484" y="4450320"/>
              <a:ext cx="4657381" cy="97869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893667-69C8-7EF8-D3E6-32555EE93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6908" y="5429014"/>
              <a:ext cx="2883980" cy="7442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08514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6E92-C3C2-AC34-5431-D5D5D515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8AAFA9E-C414-62EC-B7E8-8CD29D9BF78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889000" y="1202268"/>
                <a:ext cx="4515256" cy="5011210"/>
              </a:xfrm>
            </p:spPr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Focus: Gibbs sampling on the continuum</a:t>
                </a:r>
              </a:p>
              <a:p>
                <a:r>
                  <a:rPr lang="en-CA" sz="1800" dirty="0">
                    <a:cs typeface="Calibri" panose="020F0502020204030204" pitchFamily="34" charset="0"/>
                  </a:rPr>
                  <a:t>Common in ML: Diffusion models and EBMs</a:t>
                </a:r>
              </a:p>
              <a:p>
                <a:r>
                  <a:rPr lang="en-CA" sz="1800" dirty="0">
                    <a:cs typeface="Calibri" panose="020F0502020204030204" pitchFamily="34" charset="0"/>
                  </a:rPr>
                  <a:t>Method: Simulating </a:t>
                </a:r>
                <a:r>
                  <a:rPr lang="en-CA" sz="1800" b="1" dirty="0">
                    <a:cs typeface="Calibri" panose="020F0502020204030204" pitchFamily="34" charset="0"/>
                  </a:rPr>
                  <a:t>Langevin dynamics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CA" sz="1800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18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CA" sz="18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CA" sz="18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1800" i="1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CA" sz="1800" i="1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CA" sz="1800" dirty="0">
                  <a:cs typeface="Calibri" panose="020F0502020204030204" pitchFamily="34" charset="0"/>
                </a:endParaRPr>
              </a:p>
              <a:p>
                <a:endParaRPr lang="en-CA" sz="1800" dirty="0">
                  <a:cs typeface="Calibri" panose="020F0502020204030204" pitchFamily="34" charset="0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8AAFA9E-C414-62EC-B7E8-8CD29D9BF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889000" y="1202268"/>
                <a:ext cx="4515256" cy="5011210"/>
              </a:xfrm>
              <a:blipFill>
                <a:blip r:embed="rId2"/>
                <a:stretch>
                  <a:fillRect l="-843" r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B9E90-B259-055A-588D-B4050AC332E6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Application 2: Provable separation for quantum Gibbs sampling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E1F112-DB85-EC71-EF8E-05FFE065F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16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204F6-2529-D027-3C79-A7FBD038E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A44410-F283-3CAD-19FD-A15F22BE7288}"/>
              </a:ext>
            </a:extLst>
          </p:cNvPr>
          <p:cNvGrpSpPr/>
          <p:nvPr/>
        </p:nvGrpSpPr>
        <p:grpSpPr>
          <a:xfrm>
            <a:off x="5300285" y="1293523"/>
            <a:ext cx="6072251" cy="5115839"/>
            <a:chOff x="5300285" y="1293523"/>
            <a:chExt cx="6072251" cy="511583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87B334B-45F2-334C-4558-F0BE14DE6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0285" y="1293523"/>
              <a:ext cx="6072251" cy="213547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172902D-2507-978B-274B-0D0E6F5EA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04256" y="3428999"/>
              <a:ext cx="5898744" cy="2980363"/>
            </a:xfrm>
            <a:prstGeom prst="rect">
              <a:avLst/>
            </a:prstGeom>
          </p:spPr>
        </p:pic>
      </p:grpSp>
      <p:pic>
        <p:nvPicPr>
          <p:cNvPr id="14" name="Picture 13" descr="A black and white image of a motion&#10;&#10;AI-generated content may be incorrect.">
            <a:extLst>
              <a:ext uri="{FF2B5EF4-FFF2-40B4-BE49-F238E27FC236}">
                <a16:creationId xmlns:a16="http://schemas.microsoft.com/office/drawing/2014/main" id="{7E142AB7-5C58-C39D-B89E-B20EDF877D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474" t="13637" r="12963" b="9367"/>
          <a:stretch>
            <a:fillRect/>
          </a:stretch>
        </p:blipFill>
        <p:spPr>
          <a:xfrm>
            <a:off x="991652" y="2951017"/>
            <a:ext cx="4205982" cy="319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324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0852-86B4-1080-BDFA-75E999CF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A3B8548-44D2-0BB7-B378-043A72CABDD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Instead of Monte-Carlo simulation of Langevin dynamics </a:t>
                </a:r>
                <a14:m>
                  <m:oMath xmlns:m="http://schemas.openxmlformats.org/officeDocument/2006/math"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𝑑</m:t>
                    </m:r>
                    <m:sSub>
                      <m:sSub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sSubPr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𝑋</m:t>
                        </m:r>
                      </m:e>
                      <m:sub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𝑡</m:t>
                        </m:r>
                      </m:sub>
                    </m:sSub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=−</m:t>
                    </m:r>
                    <m:r>
                      <m:rPr>
                        <m:sty m:val="p"/>
                      </m:rPr>
                      <a:rPr lang="en-CA" sz="180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∇</m:t>
                    </m:r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𝐸</m:t>
                    </m:r>
                    <m:d>
                      <m:d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bPr>
                          <m:e>
                            <m: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𝑋</m:t>
                            </m:r>
                          </m:e>
                          <m:sub>
                            <m: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𝑑𝑡</m:t>
                    </m:r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radPr>
                      <m:deg/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2</m:t>
                        </m:r>
                        <m:sSup>
                          <m:sSupPr>
                            <m:ctrlP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𝛽</m:t>
                            </m:r>
                          </m:e>
                          <m:sup>
                            <m:r>
                              <a:rPr lang="en-CA" sz="18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−1</m:t>
                            </m:r>
                          </m:sup>
                        </m:sSup>
                      </m:e>
                    </m:rad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𝑑</m:t>
                    </m:r>
                    <m:sSub>
                      <m:sSub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sSubPr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𝑊</m:t>
                        </m:r>
                      </m:e>
                      <m:sub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…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… solve the </a:t>
                </a:r>
                <a:r>
                  <a:rPr lang="en-CA" sz="1800" b="1" dirty="0">
                    <a:latin typeface="Brandon Text Bold" panose="020B0503020203060203" pitchFamily="34" charset="77"/>
                    <a:ea typeface="Brandon Text Regular"/>
                    <a:cs typeface="Brandon Text Regular"/>
                    <a:sym typeface="Brandon Text Regular"/>
                  </a:rPr>
                  <a:t>Fokker-Planck equation</a:t>
                </a: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fPr>
                        <m:num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  <m:r>
                            <a:rPr lang="en-CA" sz="19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𝑝</m:t>
                          </m:r>
                        </m:num>
                        <m:den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den>
                      </m:f>
                      <m:r>
                        <a:rPr lang="en-CA" sz="19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190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∇</m:t>
                      </m:r>
                      <m:r>
                        <a:rPr lang="en-CA" sz="19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.</m:t>
                      </m:r>
                      <m:d>
                        <m:dPr>
                          <m:ctrlPr>
                            <a:rPr lang="en-CA" sz="19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dPr>
                        <m:e>
                          <m:r>
                            <a:rPr lang="en-CA" sz="19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𝑝</m:t>
                          </m:r>
                          <m:r>
                            <m:rPr>
                              <m:sty m:val="p"/>
                            </m:rPr>
                            <a:rPr lang="en-CA" sz="190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∇</m:t>
                          </m:r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𝐸</m:t>
                          </m:r>
                        </m:e>
                      </m:d>
                      <m:r>
                        <a:rPr lang="en-CA" sz="19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+</m:t>
                      </m:r>
                      <m:sSup>
                        <m:sSupPr>
                          <m:ctrlP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sSupPr>
                        <m:e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𝛽</m:t>
                          </m:r>
                        </m:e>
                        <m:sup>
                          <m:r>
                            <a:rPr lang="en-CA" sz="19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CA" sz="190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Δ</m:t>
                      </m:r>
                      <m:r>
                        <a:rPr lang="en-CA" sz="19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𝑝</m:t>
                      </m:r>
                      <m:r>
                        <a:rPr lang="en-CA" sz="19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.</m:t>
                      </m:r>
                    </m:oMath>
                  </m:oMathPara>
                </a14:m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Feynman–Kac formula / forward and backward Kolmogorov equations</a:t>
                </a: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𝑑</m:t>
                      </m:r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𝑋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sub>
                      </m:sSub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=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𝑏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</m:ctrlPr>
                            </m:sSub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𝑑𝑡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+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𝜎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</m:ctrlPr>
                            </m:sSub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  <a:ea typeface="Brandon Text Regular"/>
                                  <a:cs typeface="Brandon Text Regular"/>
                                  <a:sym typeface="Brandon Text Regular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𝑑</m:t>
                      </m:r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𝑊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sub>
                      </m:sSub>
                      <m:r>
                        <a:rPr lang="en-CA" sz="18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     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Brandon Text Regular"/>
                          <a:sym typeface="Brandon Text Regular"/>
                        </a:rPr>
                        <m:t>⟺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      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den>
                      </m:f>
                      <m:r>
                        <a:rPr lang="en-CA" sz="18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𝑝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=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𝑝</m:t>
                      </m:r>
                      <m:r>
                        <a:rPr lang="en-CA" sz="1800" b="0" i="1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CA" sz="1800" b="0" i="0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with</m:t>
                      </m:r>
                      <m:r>
                        <a:rPr lang="en-CA" sz="1800" b="0" i="0" smtClean="0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   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CA" sz="1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sz="1800" i="1">
                              <a:latin typeface="Cambria Math" panose="02040503050406030204" pitchFamily="18" charset="0"/>
                              <a:sym typeface="Brandon Text Regular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</m:ctrlPr>
                            </m:sSubPr>
                            <m:e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</m:ctrlPr>
                            </m:fPr>
                            <m:num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+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1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CA" sz="1800" i="1">
                              <a:latin typeface="Cambria Math" panose="02040503050406030204" pitchFamily="18" charset="0"/>
                              <a:sym typeface="Brandon Text Regular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</m:ctrlPr>
                            </m:naryPr>
                            <m:sub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𝑖𝑘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d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𝑥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𝑗𝑘</m:t>
                                  </m:r>
                                </m:sub>
                              </m:sSub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(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𝑥</m:t>
                              </m:r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)</m:t>
                              </m:r>
                            </m:e>
                          </m:nary>
                          <m:f>
                            <m:fPr>
                              <m:ctrlP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p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CA" sz="1800" i="1">
                                  <a:latin typeface="Cambria Math" panose="02040503050406030204" pitchFamily="18" charset="0"/>
                                  <a:sym typeface="Brandon Text Regular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</m:ctrlPr>
                                </m:sSubPr>
                                <m:e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sz="1800" i="1">
                                      <a:latin typeface="Cambria Math" panose="02040503050406030204" pitchFamily="18" charset="0"/>
                                      <a:sym typeface="Brandon Text Regular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CA" sz="1800" b="1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Transition operators </a:t>
                </a:r>
                <a14:m>
                  <m:oMath xmlns:m="http://schemas.openxmlformats.org/officeDocument/2006/math"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𝑃</m:t>
                    </m:r>
                    <m:d>
                      <m:d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𝑡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, 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𝑥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, 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𝑑𝑦</m:t>
                        </m:r>
                      </m:e>
                    </m:d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=</m:t>
                    </m:r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𝑝</m:t>
                    </m:r>
                    <m:d>
                      <m:d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𝑡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, 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𝑥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, 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𝑦</m:t>
                        </m:r>
                      </m:e>
                    </m:d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𝑑𝑦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provides detailed balance.</a:t>
                </a: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𝑝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., 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.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, 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𝑦</m:t>
                          </m:r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=</m:t>
                      </m:r>
                      <m:sSub>
                        <m:sSubPr>
                          <m:ctrlP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.,.,</m:t>
                          </m:r>
                          <m:r>
                            <a:rPr lang="en-CA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CA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            </m:t>
                      </m:r>
                      <m:f>
                        <m:f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fPr>
                        <m:num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</m:num>
                        <m:den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𝜕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𝑡</m:t>
                          </m:r>
                        </m:den>
                      </m:f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𝑝</m:t>
                      </m:r>
                      <m:d>
                        <m:dPr>
                          <m:ctrlP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</m:ctrlPr>
                        </m:d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., 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𝑥</m:t>
                          </m:r>
                          <m:r>
                            <a:rPr lang="en-CA" sz="1800" i="1">
                              <a:latin typeface="Cambria Math" panose="02040503050406030204" pitchFamily="18" charset="0"/>
                              <a:ea typeface="Brandon Text Regular"/>
                              <a:cs typeface="Brandon Text Regular"/>
                              <a:sym typeface="Brandon Text Regular"/>
                            </a:rPr>
                            <m:t>, .</m:t>
                          </m:r>
                        </m:e>
                      </m:d>
                      <m:r>
                        <a:rPr lang="en-CA" sz="1800" i="1">
                          <a:latin typeface="Cambria Math" panose="02040503050406030204" pitchFamily="18" charset="0"/>
                          <a:ea typeface="Brandon Text Regular"/>
                          <a:cs typeface="Brandon Text Regular"/>
                          <a:sym typeface="Brandon Text Regular"/>
                        </a:rPr>
                        <m:t>=</m:t>
                      </m:r>
                      <m:sSubSup>
                        <m:sSubSupPr>
                          <m:ctrlP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  <m:sup>
                          <m:r>
                            <a:rPr lang="en-CA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(., 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CA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,.)</m:t>
                      </m:r>
                    </m:oMath>
                  </m:oMathPara>
                </a14:m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Parabolic Fokker–Planck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fPr>
                      <m:num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𝜕</m:t>
                        </m:r>
                      </m:num>
                      <m:den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𝜕</m:t>
                        </m:r>
                        <m:r>
                          <a:rPr lang="en-CA" sz="18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𝑡</m:t>
                        </m:r>
                      </m:den>
                    </m:f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𝑝</m:t>
                    </m:r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=</m:t>
                    </m:r>
                    <m:r>
                      <a:rPr lang="en-CA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CA" sz="18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𝑝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has </a:t>
                </a:r>
                <a14:m>
                  <m:oMath xmlns:m="http://schemas.openxmlformats.org/officeDocument/2006/math"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𝑝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∝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𝑒</m:t>
                        </m:r>
                      </m:e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𝛽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𝐸</m:t>
                        </m:r>
                      </m:sup>
                    </m:sSup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as steady state solution.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A3B8548-44D2-0BB7-B378-043A72CABD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C7EF9-0AEF-23C7-E70A-A82D1A25D4DD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Quantum Gibbs sampling from a PDE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0041F-0693-7364-C620-71CC467F2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17</a:t>
            </a:fld>
            <a:endParaRPr lang="uk-U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0F50E-E949-06AB-D32D-8F60912DC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36570639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6EDE-055A-33D1-DE9F-C5986E70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76A05E5-9B62-C39B-B910-1DA6787197D8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MR24: Linearize </a:t>
                </a:r>
                <a14:m>
                  <m:oMath xmlns:m="http://schemas.openxmlformats.org/officeDocument/2006/math">
                    <m:r>
                      <a:rPr lang="en-CA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CA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.(</m:t>
                    </m:r>
                    <m:sSup>
                      <m:sSup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p>
                    </m:sSup>
                    <m:r>
                      <m:rPr>
                        <m:sty m:val="p"/>
                      </m:rPr>
                      <a:rPr lang="en-CA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d>
                      <m:d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CA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sup>
                        </m:sSup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e>
                    </m:d>
                    <m:r>
                      <a:rPr lang="en-CA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and solve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fPr>
                      <m:num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𝑑</m:t>
                        </m:r>
                      </m:num>
                      <m:den>
                        <m:r>
                          <a:rPr lang="en-CA" sz="18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𝑑𝑡</m:t>
                        </m:r>
                      </m:den>
                    </m:f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𝑢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=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𝕃</m:t>
                    </m:r>
                    <m:r>
                      <a:rPr lang="en-CA" sz="18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𝑢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using QLSA.</a:t>
                </a: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Good news: Can solve it with  high precision for analytic and periodic potential.</a:t>
                </a: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Bad news: The integration time is in the order of the </a:t>
                </a:r>
                <a:r>
                  <a:rPr lang="en-CA" sz="1600" dirty="0" err="1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Poincaré</a:t>
                </a: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16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sSubPr>
                      <m:e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𝐶</m:t>
                        </m:r>
                      </m:e>
                      <m:sub>
                        <m:r>
                          <a:rPr lang="en-CA" sz="16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𝑃𝐼</m:t>
                        </m:r>
                      </m:sub>
                    </m:sSub>
                    <m:r>
                      <a:rPr lang="en-CA" sz="16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∈</m:t>
                    </m:r>
                    <m:r>
                      <a:rPr lang="en-CA" sz="16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d>
                      <m:dPr>
                        <m:ctrlPr>
                          <a:rPr lang="en-CA" sz="16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𝑒</m:t>
                            </m:r>
                          </m:e>
                          <m:sup>
                            <m:r>
                              <a:rPr lang="en-CA" sz="16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𝛽</m:t>
                            </m:r>
                            <m:r>
                              <m:rPr>
                                <m:sty m:val="p"/>
                              </m:rPr>
                              <a:rPr lang="en-CA" sz="1600" b="0" i="0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Δ</m:t>
                            </m:r>
                          </m:sup>
                        </m:sSup>
                      </m:e>
                    </m:d>
                  </m:oMath>
                </a14:m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LDCL25 (Leng, Ding, Chen, Lin):</a:t>
                </a: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Introduced quantum singular value thresholding to instead solve the elliptic FPE: </a:t>
                </a:r>
                <a14:m>
                  <m:oMath xmlns:m="http://schemas.openxmlformats.org/officeDocument/2006/math">
                    <m:r>
                      <a:rPr lang="en-CA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CA" sz="1600" i="1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𝜌</m:t>
                    </m:r>
                    <m:r>
                      <a:rPr lang="en-CA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Used Witten’s decomposition to achieve an </a:t>
                </a:r>
                <a14:m>
                  <m:oMath xmlns:m="http://schemas.openxmlformats.org/officeDocument/2006/math">
                    <m:r>
                      <a:rPr lang="en-CA" sz="1600" i="1" dirty="0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d>
                      <m:dPr>
                        <m:ctrlPr>
                          <a:rPr lang="en-CA" sz="1600" b="0" i="1" dirty="0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CA" sz="1600" i="1" dirty="0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CA" sz="1600" b="0" i="1" dirty="0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dirty="0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CA" sz="1600" b="0" i="0" dirty="0" smtClean="0">
                                    <a:latin typeface="Cambria Math" panose="02040503050406030204" pitchFamily="18" charset="0"/>
                                    <a:ea typeface="Brandon Text Regular"/>
                                    <a:cs typeface="Brandon Text Regular"/>
                                    <a:sym typeface="Brandon Text Regular"/>
                                  </a:rPr>
                                  <m:t>PI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scaling.</a:t>
                </a: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6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Bad news:</a:t>
                </a:r>
              </a:p>
              <a:p>
                <a:pPr lvl="2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Used a warm start</a:t>
                </a:r>
              </a:p>
              <a:p>
                <a:pPr lvl="2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Assumed </a:t>
                </a:r>
                <a:r>
                  <a:rPr lang="en-CA" dirty="0" err="1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dissipativity</a:t>
                </a:r>
                <a:r>
                  <a:rPr lang="en-CA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of the potential to retain high precision</a:t>
                </a:r>
              </a:p>
              <a:p>
                <a:pPr lvl="2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Assumed discretization will not perturb the Gibbs state too much</a:t>
                </a:r>
              </a:p>
              <a:p>
                <a:pPr lvl="2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Assumed discretization will not perturb the spectral gap too much</a:t>
                </a:r>
                <a:endParaRPr lang="en-CA" sz="20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OSHHKSR26: Fixed all the above caveats for Gevrey potentials.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76A05E5-9B62-C39B-B910-1DA678719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2E4D2B-2D80-8102-F401-BE9627AB699F}"/>
                  </a:ext>
                </a:extLst>
              </p:cNvPr>
              <p:cNvSpPr>
                <a:spLocks noGrp="1"/>
              </p:cNvSpPr>
              <p:nvPr>
                <p:ph type="body" idx="11"/>
              </p:nvPr>
            </p:nvSpPr>
            <p:spPr/>
            <p:txBody>
              <a:bodyPr/>
              <a:lstStyle/>
              <a:p>
                <a:r>
                  <a:rPr lang="en-CA" dirty="0"/>
                  <a:t>Quantum Gibbs sampling in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22E4D2B-2D80-8102-F401-BE9627AB6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1"/>
              </p:nvPr>
            </p:nvSpPr>
            <p:spPr>
              <a:blipFill>
                <a:blip r:embed="rId3"/>
                <a:stretch>
                  <a:fillRect l="-1280" t="-1463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69884-4E17-20D6-CD72-8FBB75F38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18</a:t>
            </a:fld>
            <a:endParaRPr lang="uk-UA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78786BC-524C-8DEC-B149-50001CFD2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963910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5EFD-161D-748F-45B9-5DB73589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C0675DF-3F1A-8999-94D3-36AB0CEB2EF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Each step is the quantum singular value thresholding of LDCL25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Add an annealing schedule on </a:t>
                </a:r>
                <a14:m>
                  <m:oMath xmlns:m="http://schemas.openxmlformats.org/officeDocument/2006/math">
                    <m:r>
                      <a:rPr lang="en-CA" sz="19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𝛽</m:t>
                    </m:r>
                  </m:oMath>
                </a14:m>
                <a:endParaRPr lang="en-CA" sz="19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lvl="1"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Increments of </a:t>
                </a:r>
                <a14:m>
                  <m:oMath xmlns:m="http://schemas.openxmlformats.org/officeDocument/2006/math">
                    <m:r>
                      <a:rPr lang="en-CA" sz="17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d>
                      <m:dPr>
                        <m:ctrlPr>
                          <a:rPr lang="en-CA" sz="17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>
                          <a:rPr lang="en-CA" sz="17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1/</m:t>
                        </m:r>
                        <m:r>
                          <a:rPr lang="en-CA" sz="1700" i="1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𝛽</m:t>
                        </m:r>
                        <m:sSup>
                          <m:sSupPr>
                            <m:ctrlPr>
                              <a:rPr lang="en-CA" sz="170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sz="170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Δ</m:t>
                            </m:r>
                          </m:e>
                          <m:sup>
                            <m:r>
                              <a:rPr lang="en-CA" sz="17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and performing </a:t>
                </a:r>
                <a14:m>
                  <m:oMath xmlns:m="http://schemas.openxmlformats.org/officeDocument/2006/math">
                    <m:r>
                      <a:rPr lang="en-CA" sz="17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d>
                      <m:dPr>
                        <m:ctrlPr>
                          <a:rPr lang="en-CA" sz="17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17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a:rPr lang="en-CA" sz="17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𝛽</m:t>
                            </m:r>
                          </m:e>
                          <m:sup>
                            <m:r>
                              <a:rPr lang="en-CA" sz="17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CA" sz="1700" b="0" i="0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sz="1700" b="0" i="0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Δ</m:t>
                            </m:r>
                          </m:e>
                          <m:sup>
                            <m:r>
                              <a:rPr lang="en-CA" sz="1700" b="0" i="1" smtClean="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annealing steps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Prove that each step is a warm start for the next one</a:t>
                </a:r>
                <a:b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</a:b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with target error rate of </a:t>
                </a:r>
                <a14:m>
                  <m:oMath xmlns:m="http://schemas.openxmlformats.org/officeDocument/2006/math">
                    <m:r>
                      <a:rPr lang="en-CA" sz="19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𝑂</m:t>
                    </m:r>
                    <m:d>
                      <m:dPr>
                        <m:ctrlPr>
                          <a:rPr lang="en-CA" sz="19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</m:ctrlPr>
                      </m:dPr>
                      <m:e>
                        <m:r>
                          <a:rPr lang="en-CA" sz="19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𝜖</m:t>
                        </m:r>
                        <m:r>
                          <a:rPr lang="en-CA" sz="1900" b="0" i="1" smtClean="0">
                            <a:latin typeface="Cambria Math" panose="02040503050406030204" pitchFamily="18" charset="0"/>
                            <a:ea typeface="Brandon Text Regular"/>
                            <a:cs typeface="Brandon Text Regular"/>
                            <a:sym typeface="Brandon Text Regular"/>
                          </a:rPr>
                          <m:t>/</m:t>
                        </m:r>
                        <m:sSup>
                          <m:sSupPr>
                            <m:ctrlPr>
                              <a:rPr lang="en-CA" sz="19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a:rPr lang="en-CA" sz="19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𝛽</m:t>
                            </m:r>
                          </m:e>
                          <m:sup>
                            <m:r>
                              <a:rPr lang="en-CA" sz="19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CA" sz="190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CA" sz="1900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Δ</m:t>
                            </m:r>
                          </m:e>
                          <m:sup>
                            <m:r>
                              <a:rPr lang="en-CA" sz="1900" i="1">
                                <a:latin typeface="Cambria Math" panose="02040503050406030204" pitchFamily="18" charset="0"/>
                                <a:ea typeface="Brandon Text Regular"/>
                                <a:cs typeface="Brandon Text Regular"/>
                                <a:sym typeface="Brandon Text Regular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Prove that total success probability remains bounded.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C0675DF-3F1A-8999-94D3-36AB0CEB2E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58E45-40E6-86FA-9D5B-EB02C2165E7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Eliminating the warm start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EE724-69D3-D914-BE5B-22A84803E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19</a:t>
            </a:fld>
            <a:endParaRPr lang="uk-UA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73EACB5-75D6-9A45-84BB-979DD0793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28215-959B-BCE4-9BD0-0BDE9CAC1329}"/>
              </a:ext>
            </a:extLst>
          </p:cNvPr>
          <p:cNvGrpSpPr/>
          <p:nvPr/>
        </p:nvGrpSpPr>
        <p:grpSpPr>
          <a:xfrm>
            <a:off x="6724076" y="2776450"/>
            <a:ext cx="4837542" cy="3365947"/>
            <a:chOff x="6549508" y="2535381"/>
            <a:chExt cx="4837542" cy="33659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90BBAD0-62CF-A3BB-E55A-CB543E61A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49508" y="2535381"/>
              <a:ext cx="4837542" cy="327591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20D343-796A-E770-79F8-5E29E469FCA7}"/>
                </a:ext>
              </a:extLst>
            </p:cNvPr>
            <p:cNvSpPr txBox="1"/>
            <p:nvPr/>
          </p:nvSpPr>
          <p:spPr>
            <a:xfrm>
              <a:off x="9572798" y="5593551"/>
              <a:ext cx="18142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 err="1"/>
                <a:t>arXiv</a:t>
              </a:r>
              <a:r>
                <a:rPr lang="en-US" sz="1400" dirty="0"/>
                <a:t> 2505.05301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99254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AD16-92B4-310F-7928-F74E6705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23C8AAE-9388-4396-51E7-EB965F2518E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Witten Laplacian: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9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9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with                                          for all </a:t>
                </a:r>
                <a14:m>
                  <m:oMath xmlns:m="http://schemas.openxmlformats.org/officeDocument/2006/math">
                    <m:r>
                      <a:rPr lang="en-CA" sz="19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𝑗</m:t>
                    </m:r>
                    <m:r>
                      <a:rPr lang="en-CA" sz="1900" b="0" i="1" smtClean="0">
                        <a:latin typeface="Cambria Math" panose="02040503050406030204" pitchFamily="18" charset="0"/>
                        <a:ea typeface="Brandon Text Regular"/>
                        <a:cs typeface="Brandon Text Regular"/>
                        <a:sym typeface="Brandon Text Regular"/>
                      </a:rPr>
                      <m:t>.</m:t>
                    </m:r>
                  </m:oMath>
                </a14:m>
                <a:endParaRPr lang="en-CA" sz="19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LDCL25: Apply </a:t>
                </a:r>
                <a:r>
                  <a:rPr lang="en-CA" sz="1900" dirty="0" err="1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QSVTh</a:t>
                </a: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to 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Gevrey error bounds </a:t>
                </a:r>
                <a14:m>
                  <m:oMath xmlns:m="http://schemas.openxmlformats.org/officeDocument/2006/math">
                    <m:r>
                      <a:rPr lang="en-CA" sz="1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randon Text Regular"/>
                        <a:sym typeface="Brandon Text Regular"/>
                      </a:rPr>
                      <m:t>⇒</m:t>
                    </m:r>
                    <m:r>
                      <a:rPr lang="en-CA" sz="1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Brandon Text Regular"/>
                        <a:sym typeface="Brandon Text Regular"/>
                      </a:rPr>
                      <m:t> </m:t>
                    </m:r>
                  </m:oMath>
                </a14:m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High precision without resorting to </a:t>
                </a:r>
                <a:r>
                  <a:rPr lang="en-CA" sz="1900" dirty="0" err="1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dissipativity</a:t>
                </a:r>
                <a:endParaRPr lang="en-CA" sz="19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9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Compare the spectrum of                                         and                                                                     </a:t>
                </a:r>
              </a:p>
              <a:p>
                <a:pPr marL="457200" lvl="1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(1) Use Gevrey error bounds to show that the two operators are close. </a:t>
                </a:r>
              </a:p>
              <a:p>
                <a:pPr marL="457200" lvl="1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(2) Discrete Gibbs state tracks the continuous one.</a:t>
                </a:r>
              </a:p>
              <a:p>
                <a:pPr marL="457200" lvl="1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7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(3) Discrete spectral gab tracks the continuous one.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23C8AAE-9388-4396-51E7-EB965F2518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2E5FF-973B-B990-245E-25E54912495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CA" dirty="0"/>
              <a:t>Discrete versus continuous operator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7CF881-698B-2F78-564C-B404140CB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20</a:t>
            </a:fld>
            <a:endParaRPr lang="uk-UA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1C8CBA8-66FF-FE9E-9DA7-49BEB94F3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93D6F-DC0E-C822-FBE1-CD5471C85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021" y="1267550"/>
            <a:ext cx="3624349" cy="485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53945E-3E4C-6555-4FC6-5314E35B2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227" y="2746433"/>
            <a:ext cx="2031771" cy="4829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5EE227-7694-A036-BE53-5FE580283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189" y="3225660"/>
            <a:ext cx="2982370" cy="5425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B621B9-FD0F-7EEA-41F8-37B2D02D7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1524" y="4238480"/>
            <a:ext cx="2003651" cy="4224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B33592-BD43-0D00-8B95-4BAF24FFCA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0678" y="4177969"/>
            <a:ext cx="3406556" cy="612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2CD6EE-270B-6216-BFDF-A23D9FD033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1227" y="1776730"/>
            <a:ext cx="9025784" cy="97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353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161DE-A465-20A5-2B75-B2F933418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723344-270D-0A9E-AB39-BB5BEC74B4EF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OSHHKSR26: Gevrey potentials can hide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sz="18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CA" sz="18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sz="18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lang="en-CA" sz="1800">
                            <a:latin typeface="Cambria Math" panose="02040503050406030204" pitchFamily="18" charset="0"/>
                          </a:rPr>
                          <m:t>Δ</m:t>
                        </m:r>
                      </m:sup>
                    </m:sSup>
                    <m:r>
                      <a:rPr lang="en-CA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 bump functions from classical algorithms.</a:t>
                </a: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endParaRPr lang="en-CA" sz="1800" dirty="0">
                  <a:latin typeface="Brandon Text Regular"/>
                  <a:ea typeface="Brandon Text Regular"/>
                  <a:cs typeface="Brandon Text Regular"/>
                  <a:sym typeface="Brandon Text Regular"/>
                </a:endParaRPr>
              </a:p>
              <a:p>
                <a:pPr>
                  <a:lnSpc>
                    <a:spcPct val="130000"/>
                  </a:lnSpc>
                  <a:defRPr sz="1500">
                    <a:solidFill>
                      <a:srgbClr val="3B3838"/>
                    </a:solidFill>
                    <a:latin typeface="Brandon Text Bold"/>
                    <a:ea typeface="Brandon Text Bold"/>
                    <a:cs typeface="Brandon Text Bold"/>
                    <a:sym typeface="Brandon Text Bold"/>
                  </a:defRPr>
                </a:pP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Comparing the quantum upper-bound and</a:t>
                </a:r>
                <a:b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</a:b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the classical lower bound provides a provable</a:t>
                </a:r>
                <a:b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</a:br>
                <a:r>
                  <a:rPr lang="en-CA" sz="1800" dirty="0">
                    <a:latin typeface="Brandon Text Regular"/>
                    <a:ea typeface="Brandon Text Regular"/>
                    <a:cs typeface="Brandon Text Regular"/>
                    <a:sym typeface="Brandon Text Regular"/>
                  </a:rPr>
                  <a:t>quadratic quantum—classical separation.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723344-270D-0A9E-AB39-BB5BEC74B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3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522778-1A7E-0F63-8778-7A0B4E739870}"/>
                  </a:ext>
                </a:extLst>
              </p:cNvPr>
              <p:cNvSpPr>
                <a:spLocks noGrp="1"/>
              </p:cNvSpPr>
              <p:nvPr>
                <p:ph type="body" idx="11"/>
              </p:nvPr>
            </p:nvSpPr>
            <p:spPr/>
            <p:txBody>
              <a:bodyPr/>
              <a:lstStyle/>
              <a:p>
                <a:r>
                  <a:rPr lang="en-CA" dirty="0"/>
                  <a:t>Classical Gibbs sampling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6522778-1A7E-0F63-8778-7A0B4E7398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1"/>
              </p:nvPr>
            </p:nvSpPr>
            <p:spPr>
              <a:blipFill>
                <a:blip r:embed="rId3"/>
                <a:stretch>
                  <a:fillRect l="-1280" t="-14634" b="-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D04AD-C800-6FE4-FB38-4092E6344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21</a:t>
            </a:fld>
            <a:endParaRPr lang="uk-UA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76AD1DF-81FA-334D-1BC7-046308879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409" y="6393534"/>
            <a:ext cx="6540464" cy="240489"/>
          </a:xfrm>
        </p:spPr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8003F-0B69-900A-A82C-EF8E798BF1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03" t="2892" r="3821"/>
          <a:stretch>
            <a:fillRect/>
          </a:stretch>
        </p:blipFill>
        <p:spPr>
          <a:xfrm>
            <a:off x="5828216" y="2381606"/>
            <a:ext cx="5555501" cy="3831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8ED8AA-AD88-8F98-7673-A084518331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035"/>
          <a:stretch>
            <a:fillRect/>
          </a:stretch>
        </p:blipFill>
        <p:spPr>
          <a:xfrm>
            <a:off x="1080193" y="1736389"/>
            <a:ext cx="5555500" cy="256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547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6900EB-9029-FEFB-0F7E-894EC58DB0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Force field as a function of torsion angles: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522A0-522E-7FAD-1E09-4F4F545A2A52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Application 3: Force-field molecular dynamics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35C85-E6F1-C06D-2C58-3A33C214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5C383-B00F-5F68-BB69-9A96FDC3F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22</a:t>
            </a:fld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696B3C-0ABB-2BD9-8495-805DB6DD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15" y="1620624"/>
            <a:ext cx="7897169" cy="1930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44EEBC-4423-8D99-5C31-1C65B5CF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265" y="3777118"/>
            <a:ext cx="5910818" cy="219536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0CE5BB1-0445-8039-9C0A-A98BB224C208}"/>
              </a:ext>
            </a:extLst>
          </p:cNvPr>
          <p:cNvGrpSpPr/>
          <p:nvPr/>
        </p:nvGrpSpPr>
        <p:grpSpPr>
          <a:xfrm>
            <a:off x="836009" y="3805555"/>
            <a:ext cx="4498688" cy="2091969"/>
            <a:chOff x="836009" y="3805555"/>
            <a:chExt cx="4498688" cy="209196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B4FD78-BA33-6C0F-0392-84BAFA1B4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52" r="2471"/>
            <a:stretch>
              <a:fillRect/>
            </a:stretch>
          </p:blipFill>
          <p:spPr>
            <a:xfrm>
              <a:off x="884560" y="4208603"/>
              <a:ext cx="4450137" cy="168892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5F983A8-DC58-6567-8928-595F6CF3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6009" y="3805555"/>
              <a:ext cx="4148841" cy="4030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575766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F336B-BA8E-6241-9682-E0F79AD225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sz="1400" dirty="0"/>
          </a:p>
          <a:p>
            <a:r>
              <a:rPr lang="en-US" dirty="0"/>
              <a:t>Gevrey smoothness is a natural criteria for efficient quantum computing on continuous functions.</a:t>
            </a:r>
          </a:p>
          <a:p>
            <a:endParaRPr lang="en-US" dirty="0"/>
          </a:p>
          <a:p>
            <a:r>
              <a:rPr lang="en-US" dirty="0"/>
              <a:t>QLSA solves general linear PDEs with periodic boundary conditions with no curse of dimensionality for the Gevrey class.</a:t>
            </a:r>
          </a:p>
          <a:p>
            <a:endParaRPr lang="en-US" dirty="0"/>
          </a:p>
          <a:p>
            <a:r>
              <a:rPr lang="en-US" dirty="0" err="1"/>
              <a:t>QSVTh</a:t>
            </a:r>
            <a:r>
              <a:rPr lang="en-US" dirty="0"/>
              <a:t> enables high-precision Gibbs sampling for Gevrey potentials.</a:t>
            </a:r>
          </a:p>
          <a:p>
            <a:endParaRPr lang="en-US" dirty="0"/>
          </a:p>
          <a:p>
            <a:r>
              <a:rPr lang="en-US" dirty="0"/>
              <a:t>Gevrey potentials provide quadratically more adversarial examples for any classical algorithms thereby proving a quantum-–classical separation.</a:t>
            </a:r>
          </a:p>
          <a:p>
            <a:endParaRPr lang="en-US" dirty="0"/>
          </a:p>
          <a:p>
            <a:r>
              <a:rPr lang="en-US" dirty="0"/>
              <a:t>Many more applications to yet to be explored: Molecular dynamics, time-dependent PDEs, etc.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B76AC-07D3-3722-F756-AB643A5374D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50A62-4948-64D0-2AF5-6A0FDDCA7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CA" dirty="0"/>
              <a:t>Pooya Ronagh | University of Waterloo | Microsoft Quantum</a:t>
            </a:r>
            <a:endParaRPr lang="en-CA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F5306-E220-30ED-E00F-07BB3A8DE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71A5F3-A4FF-4CEE-8215-C08835B585C1}" type="slidenum">
              <a:rPr lang="uk-UA" smtClean="0"/>
              <a:pPr/>
              <a:t>23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7775691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0625C986-F0EF-4386-D8C5-6B760424EA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450" y="1210304"/>
            <a:ext cx="8720259" cy="2552798"/>
          </a:xfrm>
          <a:prstGeom prst="rect">
            <a:avLst/>
          </a:prstGeom>
        </p:spPr>
        <p:txBody>
          <a:bodyPr/>
          <a:lstStyle/>
          <a:p>
            <a:r>
              <a:rPr lang="en-US" sz="2400" b="0" dirty="0">
                <a:latin typeface="Brandon Text Light" charset="0"/>
                <a:ea typeface="Brandon Text Light" charset="0"/>
                <a:cs typeface="Brandon Text Light" charset="0"/>
              </a:rPr>
              <a:t>Thank you for your attention!</a:t>
            </a:r>
            <a:br>
              <a:rPr lang="en-US" sz="2400" b="0" dirty="0">
                <a:latin typeface="Brandon Text Light" charset="0"/>
                <a:ea typeface="Brandon Text Light" charset="0"/>
                <a:cs typeface="Brandon Text Light" charset="0"/>
              </a:rPr>
            </a:br>
            <a:br>
              <a:rPr lang="en-US" sz="2400" b="0" dirty="0">
                <a:latin typeface="Brandon Text Light" charset="0"/>
                <a:ea typeface="Brandon Text Light" charset="0"/>
                <a:cs typeface="Brandon Text Light" charset="0"/>
              </a:rPr>
            </a:br>
            <a:br>
              <a:rPr lang="en-US" sz="2400" b="0" dirty="0">
                <a:latin typeface="Brandon Text Light" charset="0"/>
                <a:ea typeface="Brandon Text Light" charset="0"/>
                <a:cs typeface="Brandon Text Light" charset="0"/>
              </a:rPr>
            </a:br>
            <a:r>
              <a:rPr lang="en-US" sz="2400" b="0" dirty="0" err="1">
                <a:latin typeface="Brandon Text Light" charset="0"/>
                <a:ea typeface="Brandon Text Light" charset="0"/>
                <a:cs typeface="Brandon Text Light" charset="0"/>
              </a:rPr>
              <a:t>pooya.ronagh@uwatelroo.ca</a:t>
            </a:r>
            <a:endParaRPr lang="en-US" sz="2400" b="0" dirty="0">
              <a:latin typeface="Brandon Text Light" charset="0"/>
              <a:ea typeface="Brandon Text Light" charset="0"/>
              <a:cs typeface="Brandon Text Light" charset="0"/>
            </a:endParaRPr>
          </a:p>
        </p:txBody>
      </p:sp>
      <p:pic>
        <p:nvPicPr>
          <p:cNvPr id="2" name="Picture 2" descr="Photo">
            <a:extLst>
              <a:ext uri="{FF2B5EF4-FFF2-40B4-BE49-F238E27FC236}">
                <a16:creationId xmlns:a16="http://schemas.microsoft.com/office/drawing/2014/main" id="{9669D381-048F-AAD6-2251-655DF777AD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7" t="30174" r="30627" b="2549"/>
          <a:stretch/>
        </p:blipFill>
        <p:spPr bwMode="auto">
          <a:xfrm>
            <a:off x="5378115" y="0"/>
            <a:ext cx="6813885" cy="564769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AF3C460E-3EAA-608B-496D-FFC727E42262}"/>
              </a:ext>
            </a:extLst>
          </p:cNvPr>
          <p:cNvSpPr/>
          <p:nvPr/>
        </p:nvSpPr>
        <p:spPr>
          <a:xfrm rot="16200000">
            <a:off x="6740361" y="282408"/>
            <a:ext cx="3860803" cy="7042481"/>
          </a:xfrm>
          <a:prstGeom prst="rect">
            <a:avLst/>
          </a:prstGeom>
          <a:gradFill>
            <a:gsLst>
              <a:gs pos="95000">
                <a:srgbClr val="FFFFFF"/>
              </a:gs>
              <a:gs pos="83000">
                <a:srgbClr val="FFFFFF"/>
              </a:gs>
              <a:gs pos="0">
                <a:srgbClr val="FFFFFF">
                  <a:alpha val="0"/>
                </a:srgbClr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Natural Sciences and Engineering Research Council of Canada - Wikipedia">
            <a:extLst>
              <a:ext uri="{FF2B5EF4-FFF2-40B4-BE49-F238E27FC236}">
                <a16:creationId xmlns:a16="http://schemas.microsoft.com/office/drawing/2014/main" id="{AC793D20-2C41-2A19-293C-5DF3A620E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309" y="4366226"/>
            <a:ext cx="2410426" cy="1032088"/>
          </a:xfrm>
          <a:prstGeom prst="rect">
            <a:avLst/>
          </a:prstGeom>
        </p:spPr>
      </p:pic>
      <p:pic>
        <p:nvPicPr>
          <p:cNvPr id="7" name="Picture 6" descr="National Research Council Canada (NRC) - Simulation Canada">
            <a:extLst>
              <a:ext uri="{FF2B5EF4-FFF2-40B4-BE49-F238E27FC236}">
                <a16:creationId xmlns:a16="http://schemas.microsoft.com/office/drawing/2014/main" id="{C506B53C-ECBB-E4AB-A270-A932B817E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702" y="3323296"/>
            <a:ext cx="1951058" cy="96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47842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21456</TotalTime>
  <Words>1271</Words>
  <Application>Microsoft Macintosh PowerPoint</Application>
  <PresentationFormat>Widescreen</PresentationFormat>
  <Paragraphs>224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Brandon Text Bold</vt:lpstr>
      <vt:lpstr>Brandon Text Light</vt:lpstr>
      <vt:lpstr>Brandon Text Medium</vt:lpstr>
      <vt:lpstr>Brandon Text Regular</vt:lpstr>
      <vt:lpstr>Calibri</vt:lpstr>
      <vt:lpstr>Calibri Light</vt:lpstr>
      <vt:lpstr>Cambria Math</vt:lpstr>
      <vt:lpstr>Office Theme</vt:lpstr>
      <vt:lpstr>Efficient Quantum PDE Solvers and Gibbs Samplers on the Continuum via Gevrey Regularity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   pooya.ronagh@uwatelroo.ca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Pooya Ronagh</dc:creator>
  <cp:lastModifiedBy>Pooya Ronagh</cp:lastModifiedBy>
  <cp:revision>23</cp:revision>
  <dcterms:created xsi:type="dcterms:W3CDTF">2019-07-09T13:20:27Z</dcterms:created>
  <dcterms:modified xsi:type="dcterms:W3CDTF">2026-08-26T15:33:53Z</dcterms:modified>
</cp:coreProperties>
</file>